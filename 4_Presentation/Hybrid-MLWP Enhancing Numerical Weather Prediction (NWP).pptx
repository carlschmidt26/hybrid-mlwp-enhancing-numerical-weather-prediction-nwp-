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6" r:id="rId6"/>
    <p:sldId id="261" r:id="rId7"/>
    <p:sldId id="267" r:id="rId8"/>
    <p:sldId id="269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AED"/>
    <a:srgbClr val="89120A"/>
    <a:srgbClr val="ED4403"/>
    <a:srgbClr val="1B3335"/>
    <a:srgbClr val="6D8EB1"/>
    <a:srgbClr val="FFC7CE"/>
    <a:srgbClr val="9C0006"/>
    <a:srgbClr val="8C6E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AD961-57A7-4438-9B04-799F0CAA8BF2}" v="1" dt="2026-03-01T17:26:37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360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 Schmidt" userId="2c689071ac8148fa" providerId="LiveId" clId="{A7AD4254-E6E8-4448-9DFC-A1C166B43035}"/>
    <pc:docChg chg="undo custSel addSld delSld modSld">
      <pc:chgData name="Carl Schmidt" userId="2c689071ac8148fa" providerId="LiveId" clId="{A7AD4254-E6E8-4448-9DFC-A1C166B43035}" dt="2026-01-22T18:04:50.429" v="3691"/>
      <pc:docMkLst>
        <pc:docMk/>
      </pc:docMkLst>
      <pc:sldChg chg="addSp modSp mod">
        <pc:chgData name="Carl Schmidt" userId="2c689071ac8148fa" providerId="LiveId" clId="{A7AD4254-E6E8-4448-9DFC-A1C166B43035}" dt="2026-01-22T15:59:34.099" v="292" actId="2711"/>
        <pc:sldMkLst>
          <pc:docMk/>
          <pc:sldMk cId="399998571" sldId="256"/>
        </pc:sldMkLst>
        <pc:spChg chg="add mod">
          <ac:chgData name="Carl Schmidt" userId="2c689071ac8148fa" providerId="LiveId" clId="{A7AD4254-E6E8-4448-9DFC-A1C166B43035}" dt="2026-01-22T15:59:34.099" v="292" actId="2711"/>
          <ac:spMkLst>
            <pc:docMk/>
            <pc:sldMk cId="399998571" sldId="256"/>
            <ac:spMk id="6" creationId="{746D641E-1733-0D04-0F89-8588BC0E1983}"/>
          </ac:spMkLst>
        </pc:spChg>
        <pc:picChg chg="add mod modCrop">
          <ac:chgData name="Carl Schmidt" userId="2c689071ac8148fa" providerId="LiveId" clId="{A7AD4254-E6E8-4448-9DFC-A1C166B43035}" dt="2026-01-22T15:56:47.608" v="255" actId="1076"/>
          <ac:picMkLst>
            <pc:docMk/>
            <pc:sldMk cId="399998571" sldId="256"/>
            <ac:picMk id="5" creationId="{E9F7BF67-DB92-87E4-236B-9BB09ADF1EAD}"/>
          </ac:picMkLst>
        </pc:picChg>
      </pc:sldChg>
      <pc:sldChg chg="addSp delSp modSp new mod">
        <pc:chgData name="Carl Schmidt" userId="2c689071ac8148fa" providerId="LiveId" clId="{A7AD4254-E6E8-4448-9DFC-A1C166B43035}" dt="2026-01-22T16:18:42.299" v="1197" actId="207"/>
        <pc:sldMkLst>
          <pc:docMk/>
          <pc:sldMk cId="672369563" sldId="257"/>
        </pc:sldMkLst>
        <pc:spChg chg="mod">
          <ac:chgData name="Carl Schmidt" userId="2c689071ac8148fa" providerId="LiveId" clId="{A7AD4254-E6E8-4448-9DFC-A1C166B43035}" dt="2026-01-22T16:00:58.255" v="361" actId="20577"/>
          <ac:spMkLst>
            <pc:docMk/>
            <pc:sldMk cId="672369563" sldId="257"/>
            <ac:spMk id="2" creationId="{224F448D-1A10-AF52-0FC6-A094EAAB56B4}"/>
          </ac:spMkLst>
        </pc:spChg>
        <pc:spChg chg="del">
          <ac:chgData name="Carl Schmidt" userId="2c689071ac8148fa" providerId="LiveId" clId="{A7AD4254-E6E8-4448-9DFC-A1C166B43035}" dt="2026-01-22T16:00:34.786" v="358" actId="478"/>
          <ac:spMkLst>
            <pc:docMk/>
            <pc:sldMk cId="672369563" sldId="257"/>
            <ac:spMk id="3" creationId="{7E76245A-3448-77D3-E6A7-2529EA08908D}"/>
          </ac:spMkLst>
        </pc:spChg>
        <pc:spChg chg="add del mod">
          <ac:chgData name="Carl Schmidt" userId="2c689071ac8148fa" providerId="LiveId" clId="{A7AD4254-E6E8-4448-9DFC-A1C166B43035}" dt="2026-01-22T16:01:18.379" v="366"/>
          <ac:spMkLst>
            <pc:docMk/>
            <pc:sldMk cId="672369563" sldId="257"/>
            <ac:spMk id="4" creationId="{2496924F-E6C2-3AC1-7465-DD483CDD9337}"/>
          </ac:spMkLst>
        </pc:spChg>
        <pc:spChg chg="add del mod">
          <ac:chgData name="Carl Schmidt" userId="2c689071ac8148fa" providerId="LiveId" clId="{A7AD4254-E6E8-4448-9DFC-A1C166B43035}" dt="2026-01-22T16:01:42.347" v="369" actId="478"/>
          <ac:spMkLst>
            <pc:docMk/>
            <pc:sldMk cId="672369563" sldId="257"/>
            <ac:spMk id="5" creationId="{0B0FC3DA-581D-F9CD-90F6-BD8EB1A27D1B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6" creationId="{119D1849-2745-B18D-62FF-9863B7EE6D7A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1" creationId="{AE8D5ED1-DBA2-A7BF-2C45-66DFBE79B771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2" creationId="{CC6976C5-3D22-5F81-44AD-5108439CF2EA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3" creationId="{3B252700-9AB3-A1E8-8B56-3327CD66F31F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4" creationId="{E19DAFF1-E37D-B70F-CACB-2691A9040AE6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5" creationId="{8BA8ABF3-B809-C3D2-A220-ED644DED1EA5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6" creationId="{A9059844-23AD-5839-1449-C420C0526B3E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7" creationId="{D4CD3A51-BA27-55F0-E465-06060A8837B3}"/>
          </ac:spMkLst>
        </pc:spChg>
        <pc:spChg chg="add mod">
          <ac:chgData name="Carl Schmidt" userId="2c689071ac8148fa" providerId="LiveId" clId="{A7AD4254-E6E8-4448-9DFC-A1C166B43035}" dt="2026-01-22T16:18:37.943" v="1195" actId="207"/>
          <ac:spMkLst>
            <pc:docMk/>
            <pc:sldMk cId="672369563" sldId="257"/>
            <ac:spMk id="18" creationId="{6413C611-C781-FAD6-8AE7-96783FE7F32B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19" creationId="{E57766E2-CB4B-5644-A577-ABCBB877276F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0" creationId="{26DDE6B6-772E-372B-08F6-9D82B3C26218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1" creationId="{5969A2FC-7176-18CA-564E-3B0A96A5009A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2" creationId="{AED44F9A-B602-3AE4-0272-3FE1ADC75680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3" creationId="{5C8558FC-34AC-028B-E741-B1D19A85A5FF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4" creationId="{2C5FA596-F828-A1F0-D0E2-E79F84C99A1B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5" creationId="{AADC928D-F125-47F2-81CA-9675468AD2DA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6" creationId="{18F8EA59-3AED-162B-BBE8-9334468FE799}"/>
          </ac:spMkLst>
        </pc:spChg>
        <pc:spChg chg="add mod ord">
          <ac:chgData name="Carl Schmidt" userId="2c689071ac8148fa" providerId="LiveId" clId="{A7AD4254-E6E8-4448-9DFC-A1C166B43035}" dt="2026-01-22T16:18:01.671" v="1188" actId="207"/>
          <ac:spMkLst>
            <pc:docMk/>
            <pc:sldMk cId="672369563" sldId="257"/>
            <ac:spMk id="27" creationId="{8C1B3D6F-7F02-4395-9ED7-8020FDE09B14}"/>
          </ac:spMkLst>
        </pc:spChg>
        <pc:spChg chg="add mod">
          <ac:chgData name="Carl Schmidt" userId="2c689071ac8148fa" providerId="LiveId" clId="{A7AD4254-E6E8-4448-9DFC-A1C166B43035}" dt="2026-01-22T16:18:40.310" v="1196" actId="207"/>
          <ac:spMkLst>
            <pc:docMk/>
            <pc:sldMk cId="672369563" sldId="257"/>
            <ac:spMk id="28" creationId="{34A464EE-524D-846B-A847-CFA006C8278B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29" creationId="{5C379CC2-17A7-89F5-7174-B667E2394283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0" creationId="{B6018F5D-72DE-F8E5-ADD0-B98BD1CD688A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1" creationId="{BAF24931-7CC1-D099-37D3-CFCC872DBD31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2" creationId="{AA99ADF7-3CCA-9376-529B-A747544FE18E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3" creationId="{257EE3C4-3BC1-9D92-2F93-E8E32BB2A261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4" creationId="{1D20DA7C-7192-FC75-92C2-5B2E5048A087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5" creationId="{C6B7C4D1-B0A3-B7B6-8E98-33CBFF68A04D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6" creationId="{BE2C2CA9-405C-C331-5850-7DD49084A6FE}"/>
          </ac:spMkLst>
        </pc:spChg>
        <pc:spChg chg="add mod">
          <ac:chgData name="Carl Schmidt" userId="2c689071ac8148fa" providerId="LiveId" clId="{A7AD4254-E6E8-4448-9DFC-A1C166B43035}" dt="2026-01-22T16:17:06.137" v="1181" actId="164"/>
          <ac:spMkLst>
            <pc:docMk/>
            <pc:sldMk cId="672369563" sldId="257"/>
            <ac:spMk id="37" creationId="{5C205839-EDC1-86A8-5564-F27C54F0E203}"/>
          </ac:spMkLst>
        </pc:spChg>
        <pc:spChg chg="add mod ord">
          <ac:chgData name="Carl Schmidt" userId="2c689071ac8148fa" providerId="LiveId" clId="{A7AD4254-E6E8-4448-9DFC-A1C166B43035}" dt="2026-01-22T16:18:14.195" v="1192" actId="166"/>
          <ac:spMkLst>
            <pc:docMk/>
            <pc:sldMk cId="672369563" sldId="257"/>
            <ac:spMk id="38" creationId="{0E73B780-EDBC-9267-04FF-C121F8FE30AF}"/>
          </ac:spMkLst>
        </pc:spChg>
        <pc:spChg chg="add mod">
          <ac:chgData name="Carl Schmidt" userId="2c689071ac8148fa" providerId="LiveId" clId="{A7AD4254-E6E8-4448-9DFC-A1C166B43035}" dt="2026-01-22T16:18:42.299" v="1197" actId="207"/>
          <ac:spMkLst>
            <pc:docMk/>
            <pc:sldMk cId="672369563" sldId="257"/>
            <ac:spMk id="39" creationId="{9F063019-20FB-69F6-B43C-3234190F5AE8}"/>
          </ac:spMkLst>
        </pc:spChg>
        <pc:spChg chg="add mod">
          <ac:chgData name="Carl Schmidt" userId="2c689071ac8148fa" providerId="LiveId" clId="{A7AD4254-E6E8-4448-9DFC-A1C166B43035}" dt="2026-01-22T16:17:19.381" v="1183" actId="1076"/>
          <ac:spMkLst>
            <pc:docMk/>
            <pc:sldMk cId="672369563" sldId="257"/>
            <ac:spMk id="40" creationId="{FC9D484B-1720-C5E4-7474-8EC5E8BF1A57}"/>
          </ac:spMkLst>
        </pc:spChg>
        <pc:grpChg chg="add mod">
          <ac:chgData name="Carl Schmidt" userId="2c689071ac8148fa" providerId="LiveId" clId="{A7AD4254-E6E8-4448-9DFC-A1C166B43035}" dt="2026-01-22T16:17:15.458" v="1182" actId="14100"/>
          <ac:grpSpMkLst>
            <pc:docMk/>
            <pc:sldMk cId="672369563" sldId="257"/>
            <ac:grpSpMk id="41" creationId="{FCF20890-1C3F-A8B4-D62F-55BBB1DA292F}"/>
          </ac:grpSpMkLst>
        </pc:grpChg>
        <pc:cxnChg chg="add mod">
          <ac:chgData name="Carl Schmidt" userId="2c689071ac8148fa" providerId="LiveId" clId="{A7AD4254-E6E8-4448-9DFC-A1C166B43035}" dt="2026-01-22T16:02:52.953" v="387" actId="14100"/>
          <ac:cxnSpMkLst>
            <pc:docMk/>
            <pc:sldMk cId="672369563" sldId="257"/>
            <ac:cxnSpMk id="8" creationId="{8942A6CB-3654-F843-ECDD-44D46146D51B}"/>
          </ac:cxnSpMkLst>
        </pc:cxnChg>
      </pc:sldChg>
      <pc:sldChg chg="addSp delSp modSp add mod">
        <pc:chgData name="Carl Schmidt" userId="2c689071ac8148fa" providerId="LiveId" clId="{A7AD4254-E6E8-4448-9DFC-A1C166B43035}" dt="2026-01-22T16:47:29.193" v="2991" actId="14100"/>
        <pc:sldMkLst>
          <pc:docMk/>
          <pc:sldMk cId="2065415897" sldId="258"/>
        </pc:sldMkLst>
        <pc:spChg chg="mod">
          <ac:chgData name="Carl Schmidt" userId="2c689071ac8148fa" providerId="LiveId" clId="{A7AD4254-E6E8-4448-9DFC-A1C166B43035}" dt="2026-01-22T16:24:47.566" v="1781" actId="20577"/>
          <ac:spMkLst>
            <pc:docMk/>
            <pc:sldMk cId="2065415897" sldId="258"/>
            <ac:spMk id="2" creationId="{224F448D-1A10-AF52-0FC6-A094EAAB56B4}"/>
          </ac:spMkLst>
        </pc:spChg>
        <pc:spChg chg="add del mod">
          <ac:chgData name="Carl Schmidt" userId="2c689071ac8148fa" providerId="LiveId" clId="{A7AD4254-E6E8-4448-9DFC-A1C166B43035}" dt="2026-01-22T16:24:36.344" v="1776"/>
          <ac:spMkLst>
            <pc:docMk/>
            <pc:sldMk cId="2065415897" sldId="258"/>
            <ac:spMk id="3" creationId="{2538DC95-98E7-E1FA-5970-F73F55922FA4}"/>
          </ac:spMkLst>
        </pc:spChg>
        <pc:spChg chg="add del mod">
          <ac:chgData name="Carl Schmidt" userId="2c689071ac8148fa" providerId="LiveId" clId="{A7AD4254-E6E8-4448-9DFC-A1C166B43035}" dt="2026-01-22T16:25:17.573" v="1794" actId="478"/>
          <ac:spMkLst>
            <pc:docMk/>
            <pc:sldMk cId="2065415897" sldId="258"/>
            <ac:spMk id="5" creationId="{8854AEA7-DA27-71F5-A39E-94E9DEE3D1CC}"/>
          </ac:spMkLst>
        </pc:spChg>
        <pc:spChg chg="add mod">
          <ac:chgData name="Carl Schmidt" userId="2c689071ac8148fa" providerId="LiveId" clId="{A7AD4254-E6E8-4448-9DFC-A1C166B43035}" dt="2026-01-22T16:43:34.020" v="2929" actId="1035"/>
          <ac:spMkLst>
            <pc:docMk/>
            <pc:sldMk cId="2065415897" sldId="258"/>
            <ac:spMk id="9" creationId="{15CF717A-D46A-2746-43DF-260AA1AF2F37}"/>
          </ac:spMkLst>
        </pc:spChg>
        <pc:spChg chg="mod">
          <ac:chgData name="Carl Schmidt" userId="2c689071ac8148fa" providerId="LiveId" clId="{A7AD4254-E6E8-4448-9DFC-A1C166B43035}" dt="2026-01-22T16:46:04.027" v="2977" actId="207"/>
          <ac:spMkLst>
            <pc:docMk/>
            <pc:sldMk cId="2065415897" sldId="258"/>
            <ac:spMk id="40" creationId="{FC9D484B-1720-C5E4-7474-8EC5E8BF1A57}"/>
          </ac:spMkLst>
        </pc:spChg>
        <pc:spChg chg="add mod">
          <ac:chgData name="Carl Schmidt" userId="2c689071ac8148fa" providerId="LiveId" clId="{A7AD4254-E6E8-4448-9DFC-A1C166B43035}" dt="2026-01-22T16:45:10.463" v="2975" actId="20577"/>
          <ac:spMkLst>
            <pc:docMk/>
            <pc:sldMk cId="2065415897" sldId="258"/>
            <ac:spMk id="42" creationId="{F3309D31-FEB4-C9FC-7FA4-B29D76DEE569}"/>
          </ac:spMkLst>
        </pc:spChg>
        <pc:spChg chg="add mod ord">
          <ac:chgData name="Carl Schmidt" userId="2c689071ac8148fa" providerId="LiveId" clId="{A7AD4254-E6E8-4448-9DFC-A1C166B43035}" dt="2026-01-22T16:47:29.193" v="2991" actId="14100"/>
          <ac:spMkLst>
            <pc:docMk/>
            <pc:sldMk cId="2065415897" sldId="258"/>
            <ac:spMk id="43" creationId="{57E22F58-B379-88C8-7E94-0FB884856656}"/>
          </ac:spMkLst>
        </pc:spChg>
        <pc:grpChg chg="del">
          <ac:chgData name="Carl Schmidt" userId="2c689071ac8148fa" providerId="LiveId" clId="{A7AD4254-E6E8-4448-9DFC-A1C166B43035}" dt="2026-01-22T16:19:00.296" v="1215" actId="478"/>
          <ac:grpSpMkLst>
            <pc:docMk/>
            <pc:sldMk cId="2065415897" sldId="258"/>
            <ac:grpSpMk id="41" creationId="{FCF20890-1C3F-A8B4-D62F-55BBB1DA292F}"/>
          </ac:grpSpMkLst>
        </pc:grpChg>
        <pc:cxnChg chg="add del mod">
          <ac:chgData name="Carl Schmidt" userId="2c689071ac8148fa" providerId="LiveId" clId="{A7AD4254-E6E8-4448-9DFC-A1C166B43035}" dt="2026-01-22T16:24:36.344" v="1776"/>
          <ac:cxnSpMkLst>
            <pc:docMk/>
            <pc:sldMk cId="2065415897" sldId="258"/>
            <ac:cxnSpMk id="4" creationId="{7F5D00CE-1375-581A-3D81-F99DA2AAD7C9}"/>
          </ac:cxnSpMkLst>
        </pc:cxnChg>
        <pc:cxnChg chg="add del mod">
          <ac:chgData name="Carl Schmidt" userId="2c689071ac8148fa" providerId="LiveId" clId="{A7AD4254-E6E8-4448-9DFC-A1C166B43035}" dt="2026-01-22T16:25:14.732" v="1793" actId="478"/>
          <ac:cxnSpMkLst>
            <pc:docMk/>
            <pc:sldMk cId="2065415897" sldId="258"/>
            <ac:cxnSpMk id="7" creationId="{6B689E7F-E8A1-6F23-8E06-E6D213F71346}"/>
          </ac:cxnSpMkLst>
        </pc:cxnChg>
        <pc:cxnChg chg="add mod">
          <ac:chgData name="Carl Schmidt" userId="2c689071ac8148fa" providerId="LiveId" clId="{A7AD4254-E6E8-4448-9DFC-A1C166B43035}" dt="2026-01-22T16:43:34.020" v="2929" actId="1035"/>
          <ac:cxnSpMkLst>
            <pc:docMk/>
            <pc:sldMk cId="2065415897" sldId="258"/>
            <ac:cxnSpMk id="10" creationId="{7172F636-6627-B87D-1B33-B9C3032CA43B}"/>
          </ac:cxnSpMkLst>
        </pc:cxnChg>
      </pc:sldChg>
      <pc:sldChg chg="addSp delSp modSp add mod modShow">
        <pc:chgData name="Carl Schmidt" userId="2c689071ac8148fa" providerId="LiveId" clId="{A7AD4254-E6E8-4448-9DFC-A1C166B43035}" dt="2026-01-22T18:04:41.638" v="3690" actId="20577"/>
        <pc:sldMkLst>
          <pc:docMk/>
          <pc:sldMk cId="768169664" sldId="259"/>
        </pc:sldMkLst>
        <pc:spChg chg="mod">
          <ac:chgData name="Carl Schmidt" userId="2c689071ac8148fa" providerId="LiveId" clId="{A7AD4254-E6E8-4448-9DFC-A1C166B43035}" dt="2026-01-22T16:19:26.137" v="1224" actId="20577"/>
          <ac:spMkLst>
            <pc:docMk/>
            <pc:sldMk cId="768169664" sldId="259"/>
            <ac:spMk id="2" creationId="{224F448D-1A10-AF52-0FC6-A094EAAB56B4}"/>
          </ac:spMkLst>
        </pc:spChg>
        <pc:spChg chg="add del mod">
          <ac:chgData name="Carl Schmidt" userId="2c689071ac8148fa" providerId="LiveId" clId="{A7AD4254-E6E8-4448-9DFC-A1C166B43035}" dt="2026-01-22T17:27:00.646" v="3552" actId="478"/>
          <ac:spMkLst>
            <pc:docMk/>
            <pc:sldMk cId="768169664" sldId="259"/>
            <ac:spMk id="3" creationId="{A18C2244-E823-09DC-9957-4E5ABA7B2DC0}"/>
          </ac:spMkLst>
        </pc:spChg>
        <pc:spChg chg="mod">
          <ac:chgData name="Carl Schmidt" userId="2c689071ac8148fa" providerId="LiveId" clId="{A7AD4254-E6E8-4448-9DFC-A1C166B43035}" dt="2026-01-22T18:04:41.638" v="3690" actId="20577"/>
          <ac:spMkLst>
            <pc:docMk/>
            <pc:sldMk cId="768169664" sldId="259"/>
            <ac:spMk id="40" creationId="{FC9D484B-1720-C5E4-7474-8EC5E8BF1A57}"/>
          </ac:spMkLst>
        </pc:spChg>
      </pc:sldChg>
      <pc:sldChg chg="modSp add mod">
        <pc:chgData name="Carl Schmidt" userId="2c689071ac8148fa" providerId="LiveId" clId="{A7AD4254-E6E8-4448-9DFC-A1C166B43035}" dt="2026-01-22T18:04:50.429" v="3691"/>
        <pc:sldMkLst>
          <pc:docMk/>
          <pc:sldMk cId="18632915" sldId="260"/>
        </pc:sldMkLst>
        <pc:spChg chg="mod">
          <ac:chgData name="Carl Schmidt" userId="2c689071ac8148fa" providerId="LiveId" clId="{A7AD4254-E6E8-4448-9DFC-A1C166B43035}" dt="2026-01-22T18:04:50.429" v="3691"/>
          <ac:spMkLst>
            <pc:docMk/>
            <pc:sldMk cId="18632915" sldId="260"/>
            <ac:spMk id="40" creationId="{FC9D484B-1720-C5E4-7474-8EC5E8BF1A57}"/>
          </ac:spMkLst>
        </pc:spChg>
      </pc:sldChg>
      <pc:sldChg chg="modSp add del mod">
        <pc:chgData name="Carl Schmidt" userId="2c689071ac8148fa" providerId="LiveId" clId="{A7AD4254-E6E8-4448-9DFC-A1C166B43035}" dt="2026-01-22T17:23:50.167" v="3519" actId="47"/>
        <pc:sldMkLst>
          <pc:docMk/>
          <pc:sldMk cId="374453523" sldId="260"/>
        </pc:sldMkLst>
        <pc:spChg chg="mod">
          <ac:chgData name="Carl Schmidt" userId="2c689071ac8148fa" providerId="LiveId" clId="{A7AD4254-E6E8-4448-9DFC-A1C166B43035}" dt="2026-01-22T17:23:00.823" v="3486" actId="20577"/>
          <ac:spMkLst>
            <pc:docMk/>
            <pc:sldMk cId="374453523" sldId="260"/>
            <ac:spMk id="40" creationId="{FC9D484B-1720-C5E4-7474-8EC5E8BF1A57}"/>
          </ac:spMkLst>
        </pc:spChg>
      </pc:sldChg>
    </pc:docChg>
  </pc:docChgLst>
  <pc:docChgLst>
    <pc:chgData name="Carl Schmidt" userId="2c689071ac8148fa" providerId="LiveId" clId="{343DB2F7-CC25-4959-9425-CFB0BAE4B41C}"/>
    <pc:docChg chg="undo custSel addSld delSld modSld sldOrd">
      <pc:chgData name="Carl Schmidt" userId="2c689071ac8148fa" providerId="LiveId" clId="{343DB2F7-CC25-4959-9425-CFB0BAE4B41C}" dt="2026-02-09T13:58:24.902" v="2229" actId="20577"/>
      <pc:docMkLst>
        <pc:docMk/>
      </pc:docMkLst>
      <pc:sldChg chg="addSp modSp mod">
        <pc:chgData name="Carl Schmidt" userId="2c689071ac8148fa" providerId="LiveId" clId="{343DB2F7-CC25-4959-9425-CFB0BAE4B41C}" dt="2026-02-09T13:58:24.902" v="2229" actId="20577"/>
        <pc:sldMkLst>
          <pc:docMk/>
          <pc:sldMk cId="399998571" sldId="256"/>
        </pc:sldMkLst>
        <pc:spChg chg="add mod">
          <ac:chgData name="Carl Schmidt" userId="2c689071ac8148fa" providerId="LiveId" clId="{343DB2F7-CC25-4959-9425-CFB0BAE4B41C}" dt="2026-02-05T14:30:10.454" v="2058" actId="20577"/>
          <ac:spMkLst>
            <pc:docMk/>
            <pc:sldMk cId="399998571" sldId="256"/>
            <ac:spMk id="4" creationId="{AD4A5BAA-BEB4-C360-DED9-CAE9CEEDA75E}"/>
          </ac:spMkLst>
        </pc:spChg>
        <pc:spChg chg="mod">
          <ac:chgData name="Carl Schmidt" userId="2c689071ac8148fa" providerId="LiveId" clId="{343DB2F7-CC25-4959-9425-CFB0BAE4B41C}" dt="2026-02-09T13:58:24.902" v="2229" actId="20577"/>
          <ac:spMkLst>
            <pc:docMk/>
            <pc:sldMk cId="399998571" sldId="256"/>
            <ac:spMk id="6" creationId="{746D641E-1733-0D04-0F89-8588BC0E1983}"/>
          </ac:spMkLst>
        </pc:spChg>
        <pc:spChg chg="add mod">
          <ac:chgData name="Carl Schmidt" userId="2c689071ac8148fa" providerId="LiveId" clId="{343DB2F7-CC25-4959-9425-CFB0BAE4B41C}" dt="2026-02-05T12:14:07.017" v="362" actId="20577"/>
          <ac:spMkLst>
            <pc:docMk/>
            <pc:sldMk cId="399998571" sldId="256"/>
            <ac:spMk id="7" creationId="{FD5BBD15-E7ED-FAF6-9D16-B5918A50E039}"/>
          </ac:spMkLst>
        </pc:spChg>
      </pc:sldChg>
      <pc:sldChg chg="modSp mod">
        <pc:chgData name="Carl Schmidt" userId="2c689071ac8148fa" providerId="LiveId" clId="{343DB2F7-CC25-4959-9425-CFB0BAE4B41C}" dt="2026-02-05T16:28:01.139" v="2061" actId="2711"/>
        <pc:sldMkLst>
          <pc:docMk/>
          <pc:sldMk cId="672369563" sldId="257"/>
        </pc:sldMkLst>
        <pc:spChg chg="mod">
          <ac:chgData name="Carl Schmidt" userId="2c689071ac8148fa" providerId="LiveId" clId="{343DB2F7-CC25-4959-9425-CFB0BAE4B41C}" dt="2026-02-05T13:50:21" v="463" actId="790"/>
          <ac:spMkLst>
            <pc:docMk/>
            <pc:sldMk cId="672369563" sldId="257"/>
            <ac:spMk id="2" creationId="{224F448D-1A10-AF52-0FC6-A094EAAB56B4}"/>
          </ac:spMkLst>
        </pc:spChg>
        <pc:spChg chg="mod">
          <ac:chgData name="Carl Schmidt" userId="2c689071ac8148fa" providerId="LiveId" clId="{343DB2F7-CC25-4959-9425-CFB0BAE4B41C}" dt="2026-02-05T16:28:01.139" v="2061" actId="2711"/>
          <ac:spMkLst>
            <pc:docMk/>
            <pc:sldMk cId="672369563" sldId="257"/>
            <ac:spMk id="40" creationId="{FC9D484B-1720-C5E4-7474-8EC5E8BF1A57}"/>
          </ac:spMkLst>
        </pc:spChg>
      </pc:sldChg>
      <pc:sldChg chg="modSp del mod">
        <pc:chgData name="Carl Schmidt" userId="2c689071ac8148fa" providerId="LiveId" clId="{343DB2F7-CC25-4959-9425-CFB0BAE4B41C}" dt="2026-02-05T14:26:19.480" v="1993" actId="47"/>
        <pc:sldMkLst>
          <pc:docMk/>
          <pc:sldMk cId="2065415897" sldId="258"/>
        </pc:sldMkLst>
        <pc:spChg chg="ord">
          <ac:chgData name="Carl Schmidt" userId="2c689071ac8148fa" providerId="LiveId" clId="{343DB2F7-CC25-4959-9425-CFB0BAE4B41C}" dt="2026-02-05T14:20:28.979" v="1889" actId="167"/>
          <ac:spMkLst>
            <pc:docMk/>
            <pc:sldMk cId="2065415897" sldId="258"/>
            <ac:spMk id="40" creationId="{FC9D484B-1720-C5E4-7474-8EC5E8BF1A57}"/>
          </ac:spMkLst>
        </pc:spChg>
      </pc:sldChg>
      <pc:sldChg chg="del">
        <pc:chgData name="Carl Schmidt" userId="2c689071ac8148fa" providerId="LiveId" clId="{343DB2F7-CC25-4959-9425-CFB0BAE4B41C}" dt="2026-02-05T14:26:16.989" v="1992" actId="47"/>
        <pc:sldMkLst>
          <pc:docMk/>
          <pc:sldMk cId="768169664" sldId="259"/>
        </pc:sldMkLst>
      </pc:sldChg>
      <pc:sldChg chg="del">
        <pc:chgData name="Carl Schmidt" userId="2c689071ac8148fa" providerId="LiveId" clId="{343DB2F7-CC25-4959-9425-CFB0BAE4B41C}" dt="2026-02-05T14:26:16.306" v="1991" actId="47"/>
        <pc:sldMkLst>
          <pc:docMk/>
          <pc:sldMk cId="18632915" sldId="260"/>
        </pc:sldMkLst>
      </pc:sldChg>
      <pc:sldChg chg="addSp delSp modSp add mod ord">
        <pc:chgData name="Carl Schmidt" userId="2c689071ac8148fa" providerId="LiveId" clId="{343DB2F7-CC25-4959-9425-CFB0BAE4B41C}" dt="2026-02-05T16:40:01.398" v="2225" actId="1076"/>
        <pc:sldMkLst>
          <pc:docMk/>
          <pc:sldMk cId="179180787" sldId="261"/>
        </pc:sldMkLst>
        <pc:spChg chg="mod">
          <ac:chgData name="Carl Schmidt" userId="2c689071ac8148fa" providerId="LiveId" clId="{343DB2F7-CC25-4959-9425-CFB0BAE4B41C}" dt="2026-02-05T16:29:31.515" v="2117" actId="20577"/>
          <ac:spMkLst>
            <pc:docMk/>
            <pc:sldMk cId="179180787" sldId="261"/>
            <ac:spMk id="2" creationId="{224F448D-1A10-AF52-0FC6-A094EAAB56B4}"/>
          </ac:spMkLst>
        </pc:spChg>
        <pc:spChg chg="add mod">
          <ac:chgData name="Carl Schmidt" userId="2c689071ac8148fa" providerId="LiveId" clId="{343DB2F7-CC25-4959-9425-CFB0BAE4B41C}" dt="2026-02-05T16:31:10.850" v="2132" actId="14100"/>
          <ac:spMkLst>
            <pc:docMk/>
            <pc:sldMk cId="179180787" sldId="261"/>
            <ac:spMk id="9" creationId="{0C0686DB-73D8-D14D-3209-24C407263C05}"/>
          </ac:spMkLst>
        </pc:spChg>
        <pc:spChg chg="del">
          <ac:chgData name="Carl Schmidt" userId="2c689071ac8148fa" providerId="LiveId" clId="{343DB2F7-CC25-4959-9425-CFB0BAE4B41C}" dt="2026-02-05T14:29:03.223" v="2053" actId="478"/>
          <ac:spMkLst>
            <pc:docMk/>
            <pc:sldMk cId="179180787" sldId="261"/>
            <ac:spMk id="40" creationId="{FC9D484B-1720-C5E4-7474-8EC5E8BF1A57}"/>
          </ac:spMkLst>
        </pc:spChg>
        <pc:grpChg chg="del">
          <ac:chgData name="Carl Schmidt" userId="2c689071ac8148fa" providerId="LiveId" clId="{343DB2F7-CC25-4959-9425-CFB0BAE4B41C}" dt="2026-02-05T14:29:01.667" v="2052" actId="478"/>
          <ac:grpSpMkLst>
            <pc:docMk/>
            <pc:sldMk cId="179180787" sldId="261"/>
            <ac:grpSpMk id="41" creationId="{FCF20890-1C3F-A8B4-D62F-55BBB1DA292F}"/>
          </ac:grpSpMkLst>
        </pc:grpChg>
        <pc:picChg chg="add del mod">
          <ac:chgData name="Carl Schmidt" userId="2c689071ac8148fa" providerId="LiveId" clId="{343DB2F7-CC25-4959-9425-CFB0BAE4B41C}" dt="2026-02-05T16:29:58.816" v="2122" actId="478"/>
          <ac:picMkLst>
            <pc:docMk/>
            <pc:sldMk cId="179180787" sldId="261"/>
            <ac:picMk id="4" creationId="{C1511196-27B2-B0BF-85BC-66BCED934338}"/>
          </ac:picMkLst>
        </pc:picChg>
        <pc:picChg chg="add mod">
          <ac:chgData name="Carl Schmidt" userId="2c689071ac8148fa" providerId="LiveId" clId="{343DB2F7-CC25-4959-9425-CFB0BAE4B41C}" dt="2026-02-05T16:40:01.398" v="2225" actId="1076"/>
          <ac:picMkLst>
            <pc:docMk/>
            <pc:sldMk cId="179180787" sldId="261"/>
            <ac:picMk id="7" creationId="{9525C7C8-30A2-9F0D-F5E2-DD1B8648C9EF}"/>
          </ac:picMkLst>
        </pc:picChg>
      </pc:sldChg>
      <pc:sldChg chg="addSp delSp modSp add mod">
        <pc:chgData name="Carl Schmidt" userId="2c689071ac8148fa" providerId="LiveId" clId="{343DB2F7-CC25-4959-9425-CFB0BAE4B41C}" dt="2026-02-05T16:39:33.538" v="2224" actId="1076"/>
        <pc:sldMkLst>
          <pc:docMk/>
          <pc:sldMk cId="1175266274" sldId="262"/>
        </pc:sldMkLst>
        <pc:spChg chg="mod">
          <ac:chgData name="Carl Schmidt" userId="2c689071ac8148fa" providerId="LiveId" clId="{343DB2F7-CC25-4959-9425-CFB0BAE4B41C}" dt="2026-02-05T13:50:06.757" v="461" actId="790"/>
          <ac:spMkLst>
            <pc:docMk/>
            <pc:sldMk cId="1175266274" sldId="262"/>
            <ac:spMk id="2" creationId="{224F448D-1A10-AF52-0FC6-A094EAAB56B4}"/>
          </ac:spMkLst>
        </pc:spChg>
        <pc:spChg chg="add mod">
          <ac:chgData name="Carl Schmidt" userId="2c689071ac8148fa" providerId="LiveId" clId="{343DB2F7-CC25-4959-9425-CFB0BAE4B41C}" dt="2026-02-05T16:39:33.538" v="2224" actId="1076"/>
          <ac:spMkLst>
            <pc:docMk/>
            <pc:sldMk cId="1175266274" sldId="262"/>
            <ac:spMk id="3" creationId="{4DDD2FAA-599F-3BC1-4DA1-1391B46C6B87}"/>
          </ac:spMkLst>
        </pc:spChg>
        <pc:spChg chg="del mod">
          <ac:chgData name="Carl Schmidt" userId="2c689071ac8148fa" providerId="LiveId" clId="{343DB2F7-CC25-4959-9425-CFB0BAE4B41C}" dt="2026-02-05T14:29:06.240" v="2055" actId="478"/>
          <ac:spMkLst>
            <pc:docMk/>
            <pc:sldMk cId="1175266274" sldId="262"/>
            <ac:spMk id="40" creationId="{FC9D484B-1720-C5E4-7474-8EC5E8BF1A57}"/>
          </ac:spMkLst>
        </pc:spChg>
        <pc:grpChg chg="del">
          <ac:chgData name="Carl Schmidt" userId="2c689071ac8148fa" providerId="LiveId" clId="{343DB2F7-CC25-4959-9425-CFB0BAE4B41C}" dt="2026-02-05T14:29:04.714" v="2054" actId="478"/>
          <ac:grpSpMkLst>
            <pc:docMk/>
            <pc:sldMk cId="1175266274" sldId="262"/>
            <ac:grpSpMk id="41" creationId="{FCF20890-1C3F-A8B4-D62F-55BBB1DA292F}"/>
          </ac:grpSpMkLst>
        </pc:grpChg>
      </pc:sldChg>
      <pc:sldChg chg="addSp delSp modSp add mod">
        <pc:chgData name="Carl Schmidt" userId="2c689071ac8148fa" providerId="LiveId" clId="{343DB2F7-CC25-4959-9425-CFB0BAE4B41C}" dt="2026-02-05T14:28:14.340" v="2049" actId="1036"/>
        <pc:sldMkLst>
          <pc:docMk/>
          <pc:sldMk cId="693351224" sldId="263"/>
        </pc:sldMkLst>
        <pc:spChg chg="mod">
          <ac:chgData name="Carl Schmidt" userId="2c689071ac8148fa" providerId="LiveId" clId="{343DB2F7-CC25-4959-9425-CFB0BAE4B41C}" dt="2026-02-05T13:51:25.520" v="516" actId="20577"/>
          <ac:spMkLst>
            <pc:docMk/>
            <pc:sldMk cId="693351224" sldId="263"/>
            <ac:spMk id="2" creationId="{224F448D-1A10-AF52-0FC6-A094EAAB56B4}"/>
          </ac:spMkLst>
        </pc:spChg>
        <pc:spChg chg="add del mod">
          <ac:chgData name="Carl Schmidt" userId="2c689071ac8148fa" providerId="LiveId" clId="{343DB2F7-CC25-4959-9425-CFB0BAE4B41C}" dt="2026-02-05T14:26:32.160" v="2000" actId="478"/>
          <ac:spMkLst>
            <pc:docMk/>
            <pc:sldMk cId="693351224" sldId="263"/>
            <ac:spMk id="3" creationId="{3F88C176-9828-AFC3-0F75-75ACA6561F98}"/>
          </ac:spMkLst>
        </pc:spChg>
        <pc:spChg chg="add del mod">
          <ac:chgData name="Carl Schmidt" userId="2c689071ac8148fa" providerId="LiveId" clId="{343DB2F7-CC25-4959-9425-CFB0BAE4B41C}" dt="2026-02-05T13:51:38.097" v="518"/>
          <ac:spMkLst>
            <pc:docMk/>
            <pc:sldMk cId="693351224" sldId="263"/>
            <ac:spMk id="4" creationId="{9203A099-7F5A-CCF9-B1D1-0EC41B533BA8}"/>
          </ac:spMkLst>
        </pc:spChg>
        <pc:spChg chg="add del mod">
          <ac:chgData name="Carl Schmidt" userId="2c689071ac8148fa" providerId="LiveId" clId="{343DB2F7-CC25-4959-9425-CFB0BAE4B41C}" dt="2026-02-05T13:51:38.097" v="518"/>
          <ac:spMkLst>
            <pc:docMk/>
            <pc:sldMk cId="693351224" sldId="263"/>
            <ac:spMk id="7" creationId="{47F632FC-5E64-63ED-7F5E-05E511FB931E}"/>
          </ac:spMkLst>
        </pc:spChg>
        <pc:spChg chg="add del mod topLvl">
          <ac:chgData name="Carl Schmidt" userId="2c689071ac8148fa" providerId="LiveId" clId="{343DB2F7-CC25-4959-9425-CFB0BAE4B41C}" dt="2026-02-05T14:26:28.495" v="1998" actId="478"/>
          <ac:spMkLst>
            <pc:docMk/>
            <pc:sldMk cId="693351224" sldId="263"/>
            <ac:spMk id="9" creationId="{710F0D47-356E-856A-D8AD-7069AD66548A}"/>
          </ac:spMkLst>
        </pc:spChg>
        <pc:spChg chg="del">
          <ac:chgData name="Carl Schmidt" userId="2c689071ac8148fa" providerId="LiveId" clId="{343DB2F7-CC25-4959-9425-CFB0BAE4B41C}" dt="2026-02-05T13:51:40.149" v="519" actId="478"/>
          <ac:spMkLst>
            <pc:docMk/>
            <pc:sldMk cId="693351224" sldId="263"/>
            <ac:spMk id="40" creationId="{FC9D484B-1720-C5E4-7474-8EC5E8BF1A57}"/>
          </ac:spMkLst>
        </pc:spChg>
        <pc:spChg chg="add del mod topLvl">
          <ac:chgData name="Carl Schmidt" userId="2c689071ac8148fa" providerId="LiveId" clId="{343DB2F7-CC25-4959-9425-CFB0BAE4B41C}" dt="2026-02-05T14:26:29.856" v="1999" actId="478"/>
          <ac:spMkLst>
            <pc:docMk/>
            <pc:sldMk cId="693351224" sldId="263"/>
            <ac:spMk id="42" creationId="{B67C2B19-3E19-866A-E1DE-79B605DC600F}"/>
          </ac:spMkLst>
        </pc:spChg>
        <pc:spChg chg="add del mod ord">
          <ac:chgData name="Carl Schmidt" userId="2c689071ac8148fa" providerId="LiveId" clId="{343DB2F7-CC25-4959-9425-CFB0BAE4B41C}" dt="2026-02-05T14:26:35.753" v="2001" actId="478"/>
          <ac:spMkLst>
            <pc:docMk/>
            <pc:sldMk cId="693351224" sldId="263"/>
            <ac:spMk id="44" creationId="{BD4A9A35-D00B-624D-6BB2-DE49A38A64DD}"/>
          </ac:spMkLst>
        </pc:spChg>
        <pc:grpChg chg="del">
          <ac:chgData name="Carl Schmidt" userId="2c689071ac8148fa" providerId="LiveId" clId="{343DB2F7-CC25-4959-9425-CFB0BAE4B41C}" dt="2026-02-05T13:48:48.659" v="363" actId="478"/>
          <ac:grpSpMkLst>
            <pc:docMk/>
            <pc:sldMk cId="693351224" sldId="263"/>
            <ac:grpSpMk id="41" creationId="{FCF20890-1C3F-A8B4-D62F-55BBB1DA292F}"/>
          </ac:grpSpMkLst>
        </pc:grpChg>
        <pc:grpChg chg="add del mod">
          <ac:chgData name="Carl Schmidt" userId="2c689071ac8148fa" providerId="LiveId" clId="{343DB2F7-CC25-4959-9425-CFB0BAE4B41C}" dt="2026-02-05T13:57:34.417" v="960" actId="165"/>
          <ac:grpSpMkLst>
            <pc:docMk/>
            <pc:sldMk cId="693351224" sldId="263"/>
            <ac:grpSpMk id="43" creationId="{5653F47F-C71A-B413-DA23-EDA4DBF8757D}"/>
          </ac:grpSpMkLst>
        </pc:grpChg>
        <pc:picChg chg="add mod modCrop">
          <ac:chgData name="Carl Schmidt" userId="2c689071ac8148fa" providerId="LiveId" clId="{343DB2F7-CC25-4959-9425-CFB0BAE4B41C}" dt="2026-02-05T14:28:14.340" v="2049" actId="1036"/>
          <ac:picMkLst>
            <pc:docMk/>
            <pc:sldMk cId="693351224" sldId="263"/>
            <ac:picMk id="46" creationId="{CBD12E7C-A477-8128-159B-99FA80A1F174}"/>
          </ac:picMkLst>
        </pc:picChg>
        <pc:cxnChg chg="add del mod">
          <ac:chgData name="Carl Schmidt" userId="2c689071ac8148fa" providerId="LiveId" clId="{343DB2F7-CC25-4959-9425-CFB0BAE4B41C}" dt="2026-02-05T13:51:38.097" v="518"/>
          <ac:cxnSpMkLst>
            <pc:docMk/>
            <pc:sldMk cId="693351224" sldId="263"/>
            <ac:cxnSpMk id="5" creationId="{9AF1C059-1FA9-00B7-1EDB-C02D2557FF54}"/>
          </ac:cxnSpMkLst>
        </pc:cxnChg>
        <pc:cxnChg chg="add del mod topLvl">
          <ac:chgData name="Carl Schmidt" userId="2c689071ac8148fa" providerId="LiveId" clId="{343DB2F7-CC25-4959-9425-CFB0BAE4B41C}" dt="2026-02-05T14:26:26.380" v="1996" actId="478"/>
          <ac:cxnSpMkLst>
            <pc:docMk/>
            <pc:sldMk cId="693351224" sldId="263"/>
            <ac:cxnSpMk id="10" creationId="{9C2EEDBE-758D-69AB-365E-879CD8C4A0D9}"/>
          </ac:cxnSpMkLst>
        </pc:cxnChg>
      </pc:sldChg>
      <pc:sldChg chg="addSp delSp add mod">
        <pc:chgData name="Carl Schmidt" userId="2c689071ac8148fa" providerId="LiveId" clId="{343DB2F7-CC25-4959-9425-CFB0BAE4B41C}" dt="2026-02-05T14:26:55.782" v="2014" actId="478"/>
        <pc:sldMkLst>
          <pc:docMk/>
          <pc:sldMk cId="491008470" sldId="264"/>
        </pc:sldMkLst>
        <pc:spChg chg="add del">
          <ac:chgData name="Carl Schmidt" userId="2c689071ac8148fa" providerId="LiveId" clId="{343DB2F7-CC25-4959-9425-CFB0BAE4B41C}" dt="2026-02-05T14:26:49.510" v="2011" actId="478"/>
          <ac:spMkLst>
            <pc:docMk/>
            <pc:sldMk cId="491008470" sldId="264"/>
            <ac:spMk id="3" creationId="{3F88C176-9828-AFC3-0F75-75ACA6561F98}"/>
          </ac:spMkLst>
        </pc:spChg>
        <pc:spChg chg="add del">
          <ac:chgData name="Carl Schmidt" userId="2c689071ac8148fa" providerId="LiveId" clId="{343DB2F7-CC25-4959-9425-CFB0BAE4B41C}" dt="2026-02-05T14:26:53.065" v="2012" actId="478"/>
          <ac:spMkLst>
            <pc:docMk/>
            <pc:sldMk cId="491008470" sldId="264"/>
            <ac:spMk id="9" creationId="{710F0D47-356E-856A-D8AD-7069AD66548A}"/>
          </ac:spMkLst>
        </pc:spChg>
        <pc:spChg chg="add del">
          <ac:chgData name="Carl Schmidt" userId="2c689071ac8148fa" providerId="LiveId" clId="{343DB2F7-CC25-4959-9425-CFB0BAE4B41C}" dt="2026-02-05T14:26:55.782" v="2014" actId="478"/>
          <ac:spMkLst>
            <pc:docMk/>
            <pc:sldMk cId="491008470" sldId="264"/>
            <ac:spMk id="42" creationId="{B67C2B19-3E19-866A-E1DE-79B605DC600F}"/>
          </ac:spMkLst>
        </pc:spChg>
        <pc:spChg chg="add del">
          <ac:chgData name="Carl Schmidt" userId="2c689071ac8148fa" providerId="LiveId" clId="{343DB2F7-CC25-4959-9425-CFB0BAE4B41C}" dt="2026-02-05T14:26:48.971" v="2010" actId="478"/>
          <ac:spMkLst>
            <pc:docMk/>
            <pc:sldMk cId="491008470" sldId="264"/>
            <ac:spMk id="44" creationId="{BD4A9A35-D00B-624D-6BB2-DE49A38A64DD}"/>
          </ac:spMkLst>
        </pc:spChg>
        <pc:cxnChg chg="add del">
          <ac:chgData name="Carl Schmidt" userId="2c689071ac8148fa" providerId="LiveId" clId="{343DB2F7-CC25-4959-9425-CFB0BAE4B41C}" dt="2026-02-05T14:26:54.147" v="2013" actId="478"/>
          <ac:cxnSpMkLst>
            <pc:docMk/>
            <pc:sldMk cId="491008470" sldId="264"/>
            <ac:cxnSpMk id="10" creationId="{9C2EEDBE-758D-69AB-365E-879CD8C4A0D9}"/>
          </ac:cxnSpMkLst>
        </pc:cxnChg>
      </pc:sldChg>
      <pc:sldChg chg="add">
        <pc:chgData name="Carl Schmidt" userId="2c689071ac8148fa" providerId="LiveId" clId="{343DB2F7-CC25-4959-9425-CFB0BAE4B41C}" dt="2026-02-05T14:26:22.606" v="1995"/>
        <pc:sldMkLst>
          <pc:docMk/>
          <pc:sldMk cId="2690039112" sldId="265"/>
        </pc:sldMkLst>
      </pc:sldChg>
      <pc:sldChg chg="modSp add mod">
        <pc:chgData name="Carl Schmidt" userId="2c689071ac8148fa" providerId="LiveId" clId="{343DB2F7-CC25-4959-9425-CFB0BAE4B41C}" dt="2026-02-05T16:40:19.100" v="2227" actId="1076"/>
        <pc:sldMkLst>
          <pc:docMk/>
          <pc:sldMk cId="1288371289" sldId="266"/>
        </pc:sldMkLst>
        <pc:spChg chg="mod">
          <ac:chgData name="Carl Schmidt" userId="2c689071ac8148fa" providerId="LiveId" clId="{343DB2F7-CC25-4959-9425-CFB0BAE4B41C}" dt="2026-02-05T16:29:15.461" v="2096" actId="20577"/>
          <ac:spMkLst>
            <pc:docMk/>
            <pc:sldMk cId="1288371289" sldId="266"/>
            <ac:spMk id="2" creationId="{224F448D-1A10-AF52-0FC6-A094EAAB56B4}"/>
          </ac:spMkLst>
        </pc:spChg>
        <pc:picChg chg="mod">
          <ac:chgData name="Carl Schmidt" userId="2c689071ac8148fa" providerId="LiveId" clId="{343DB2F7-CC25-4959-9425-CFB0BAE4B41C}" dt="2026-02-05T16:40:19.100" v="2227" actId="1076"/>
          <ac:picMkLst>
            <pc:docMk/>
            <pc:sldMk cId="1288371289" sldId="266"/>
            <ac:picMk id="4" creationId="{C1511196-27B2-B0BF-85BC-66BCED934338}"/>
          </ac:picMkLst>
        </pc:picChg>
      </pc:sldChg>
      <pc:sldChg chg="modSp add mod">
        <pc:chgData name="Carl Schmidt" userId="2c689071ac8148fa" providerId="LiveId" clId="{343DB2F7-CC25-4959-9425-CFB0BAE4B41C}" dt="2026-02-05T16:40:11.433" v="2226" actId="1076"/>
        <pc:sldMkLst>
          <pc:docMk/>
          <pc:sldMk cId="2042488786" sldId="267"/>
        </pc:sldMkLst>
        <pc:picChg chg="mod">
          <ac:chgData name="Carl Schmidt" userId="2c689071ac8148fa" providerId="LiveId" clId="{343DB2F7-CC25-4959-9425-CFB0BAE4B41C}" dt="2026-02-05T16:40:11.433" v="2226" actId="1076"/>
          <ac:picMkLst>
            <pc:docMk/>
            <pc:sldMk cId="2042488786" sldId="267"/>
            <ac:picMk id="7" creationId="{9525C7C8-30A2-9F0D-F5E2-DD1B8648C9EF}"/>
          </ac:picMkLst>
        </pc:picChg>
      </pc:sldChg>
      <pc:sldChg chg="addSp modSp add mod ord">
        <pc:chgData name="Carl Schmidt" userId="2c689071ac8148fa" providerId="LiveId" clId="{343DB2F7-CC25-4959-9425-CFB0BAE4B41C}" dt="2026-02-05T16:31:04.206" v="2130"/>
        <pc:sldMkLst>
          <pc:docMk/>
          <pc:sldMk cId="1377868884" sldId="268"/>
        </pc:sldMkLst>
        <pc:spChg chg="add mod">
          <ac:chgData name="Carl Schmidt" userId="2c689071ac8148fa" providerId="LiveId" clId="{343DB2F7-CC25-4959-9425-CFB0BAE4B41C}" dt="2026-02-05T16:31:01.470" v="2128" actId="207"/>
          <ac:spMkLst>
            <pc:docMk/>
            <pc:sldMk cId="1377868884" sldId="268"/>
            <ac:spMk id="3" creationId="{1F81A2F3-4E77-ED63-4A38-057BBE60A8A5}"/>
          </ac:spMkLst>
        </pc:spChg>
      </pc:sldChg>
      <pc:sldChg chg="addSp modSp add mod">
        <pc:chgData name="Carl Schmidt" userId="2c689071ac8148fa" providerId="LiveId" clId="{343DB2F7-CC25-4959-9425-CFB0BAE4B41C}" dt="2026-02-05T16:40:30.730" v="2228" actId="1076"/>
        <pc:sldMkLst>
          <pc:docMk/>
          <pc:sldMk cId="3153328336" sldId="269"/>
        </pc:sldMkLst>
        <pc:spChg chg="mod">
          <ac:chgData name="Carl Schmidt" userId="2c689071ac8148fa" providerId="LiveId" clId="{343DB2F7-CC25-4959-9425-CFB0BAE4B41C}" dt="2026-02-05T16:38:37.592" v="2188" actId="20577"/>
          <ac:spMkLst>
            <pc:docMk/>
            <pc:sldMk cId="3153328336" sldId="269"/>
            <ac:spMk id="2" creationId="{224F448D-1A10-AF52-0FC6-A094EAAB56B4}"/>
          </ac:spMkLst>
        </pc:spChg>
        <pc:picChg chg="add mod">
          <ac:chgData name="Carl Schmidt" userId="2c689071ac8148fa" providerId="LiveId" clId="{343DB2F7-CC25-4959-9425-CFB0BAE4B41C}" dt="2026-02-05T16:40:30.730" v="2228" actId="1076"/>
          <ac:picMkLst>
            <pc:docMk/>
            <pc:sldMk cId="3153328336" sldId="269"/>
            <ac:picMk id="4" creationId="{EDD23F5C-AF71-C8D9-C479-A14E1E666AE8}"/>
          </ac:picMkLst>
        </pc:picChg>
      </pc:sldChg>
    </pc:docChg>
  </pc:docChgLst>
  <pc:docChgLst>
    <pc:chgData name="Carl Schmidt" userId="2c689071ac8148fa" providerId="LiveId" clId="{5B5AD961-57A7-4438-9B04-799F0CAA8BF2}"/>
    <pc:docChg chg="addSld delSld modSld">
      <pc:chgData name="Carl Schmidt" userId="2c689071ac8148fa" providerId="LiveId" clId="{5B5AD961-57A7-4438-9B04-799F0CAA8BF2}" dt="2026-03-01T17:26:44.077" v="4" actId="47"/>
      <pc:docMkLst>
        <pc:docMk/>
      </pc:docMkLst>
      <pc:sldChg chg="add">
        <pc:chgData name="Carl Schmidt" userId="2c689071ac8148fa" providerId="LiveId" clId="{5B5AD961-57A7-4438-9B04-799F0CAA8BF2}" dt="2026-03-01T17:26:37.509" v="1"/>
        <pc:sldMkLst>
          <pc:docMk/>
          <pc:sldMk cId="2065415897" sldId="258"/>
        </pc:sldMkLst>
      </pc:sldChg>
      <pc:sldChg chg="del">
        <pc:chgData name="Carl Schmidt" userId="2c689071ac8148fa" providerId="LiveId" clId="{5B5AD961-57A7-4438-9B04-799F0CAA8BF2}" dt="2026-03-01T17:26:43.375" v="3" actId="47"/>
        <pc:sldMkLst>
          <pc:docMk/>
          <pc:sldMk cId="1175266274" sldId="262"/>
        </pc:sldMkLst>
      </pc:sldChg>
      <pc:sldChg chg="del">
        <pc:chgData name="Carl Schmidt" userId="2c689071ac8148fa" providerId="LiveId" clId="{5B5AD961-57A7-4438-9B04-799F0CAA8BF2}" dt="2026-03-01T17:26:44.077" v="4" actId="47"/>
        <pc:sldMkLst>
          <pc:docMk/>
          <pc:sldMk cId="693351224" sldId="263"/>
        </pc:sldMkLst>
      </pc:sldChg>
      <pc:sldChg chg="new del">
        <pc:chgData name="Carl Schmidt" userId="2c689071ac8148fa" providerId="LiveId" clId="{5B5AD961-57A7-4438-9B04-799F0CAA8BF2}" dt="2026-03-01T17:26:39.267" v="2" actId="47"/>
        <pc:sldMkLst>
          <pc:docMk/>
          <pc:sldMk cId="408374317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8D537-0665-3139-B7C5-7FE81A867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949EF-8975-42C1-9B71-C387255D7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6C6EEB-59B5-8061-6A18-BC5B1D95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BAA48A-AA54-4526-5E15-AD58DF1A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15858E-0F16-1172-46E5-9A478CED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3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30EAED-F80B-F11C-15E7-4633A8A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304A8A-3380-C7F4-CB3F-B3A7ABF85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72F1E9-2655-0FF2-FB7C-BAF904EC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EC10FE-F99A-6A0A-36F6-388FD384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73445F-C478-E994-9419-E41E17C5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4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9F0B2-FDAA-A382-88A5-4EDC1CBB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8CE91B-AC0B-7831-7D9B-7FC34DB22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0B5A40-C466-6791-35A1-A1654484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D4320-1F49-5AC7-EE7C-2AEB58F56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F89E2-A9B1-5F78-E161-D4BF956C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B4CBE-1D59-5303-2A7E-261214D6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ECCC36-8904-6AAE-3DE3-D662847E7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AB7888-3717-6DCD-6B21-9CEDF972F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55688E-2207-087C-7352-7B6421E7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B42EF9-6A18-9D8D-08CF-A0BC5EB4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1A6280-C639-1C4D-4341-5763139B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1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C4C5E-63F8-0C2C-52E1-2838F555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CD653B-7FC8-1287-7F21-330A71286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CB9BD0-191B-292D-730F-ADE412F20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5F62E37-6B3D-8041-D4BA-B00C7A17E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4EAEDE-2F2A-7287-93A7-6DB604289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A7696F-2E59-4D95-79C5-616FA65F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80F037B-56A3-AB2C-6B4E-120D24CD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93DAE4B-5327-B7B6-B431-B4B23C99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5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36B76-5B8E-BB2A-8C18-5AF359F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0AA8D1-FD53-6FD0-1A9A-EF3E9B99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7FF69D-AE0A-CAA6-81E5-509096CC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07BED0-DEE5-7E68-F15D-124019BF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49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D8B94C-971F-CEBA-14E7-51616029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293EF7-28D3-991C-00E0-F323566E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526EFB-F0D5-C207-9E8A-4E096C5A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3ED49-A287-D76D-92E2-A3B2F26D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953B4F-7702-0C27-3811-A62C97EDC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742CAF-3F13-31F4-5139-4EE1F0423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9BBA24-A1DC-C693-5C62-527815C2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FB7FC3-7DD9-C423-FCF9-E59FE2CE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EF41EA-97EE-3C35-65A4-937B97EDF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1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03891-8F61-A098-6EC8-94AD548E3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E2FD6-0D7C-48E1-089E-3507AAC6F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06970D-2001-6924-19DE-2149C1B92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ACC9FD-1095-52E8-8D0A-44C15F3B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F3EDB-32AB-DAB5-F128-AD9BE72E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9CFE2A-679A-1C77-CE24-16049CF7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3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31A29-90D8-2735-FA65-C9136813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8353B1-95F0-E4DD-1BF0-6487975A9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23449E-DEE2-1840-924D-80FA4B86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3C58EF-73CD-7F6F-CED0-EEB43A6A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6C527B-E9EF-5A70-E2EB-5354AE19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8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F8B1DF-D511-4FD8-203D-D597D91C6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6731F3-F2CF-0E25-5CC7-11B1B7A0E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E2A7B1-3448-48E9-5DEB-C8DCF5315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5114E0-486C-ACFA-50EB-EBB09775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3F7A9-D8C9-038E-EE7C-018EB309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3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321A93-A05A-0F24-31A8-5C90A2BF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DFDE91-641B-F76E-C820-0B20612B4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DC70EA-2AEA-81D1-68F6-EE25CC83F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42F57-17D7-4319-980D-D73FD07DE6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6F3410-DB17-8704-C2BE-B336BEA6F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E93ACB-1CDB-51EC-5234-CF0FEC388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FE0EB-29AC-4F8F-8EB5-347F689B5B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9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E7D23-8E3E-7EA5-6BE4-B315E12EC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DFD5C-F950-0F12-2259-BE1C7008E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 descr="Ein Bild, das Himmel, draußen, Wasser, Wolke enthält.&#10;&#10;Automatisch generierte Beschreibung">
            <a:extLst>
              <a:ext uri="{FF2B5EF4-FFF2-40B4-BE49-F238E27FC236}">
                <a16:creationId xmlns:a16="http://schemas.microsoft.com/office/drawing/2014/main" id="{E9F7BF67-DB92-87E4-236B-9BB09ADF1E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24" b="8151"/>
          <a:stretch/>
        </p:blipFill>
        <p:spPr>
          <a:xfrm>
            <a:off x="0" y="-152399"/>
            <a:ext cx="12192000" cy="701039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46D641E-1733-0D04-0F89-8588BC0E1983}"/>
              </a:ext>
            </a:extLst>
          </p:cNvPr>
          <p:cNvSpPr txBox="1"/>
          <p:nvPr/>
        </p:nvSpPr>
        <p:spPr>
          <a:xfrm>
            <a:off x="4743450" y="1225411"/>
            <a:ext cx="7686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  <a:t>Improving traditional weather prediction (NWP)</a:t>
            </a:r>
            <a:br>
              <a:rPr lang="en-US" sz="2400" b="1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</a:br>
            <a:r>
              <a:rPr lang="en-US" sz="1600" b="1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  <a:t>using</a:t>
            </a:r>
            <a:br>
              <a:rPr lang="en-US" sz="2400" b="1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</a:br>
            <a:r>
              <a:rPr lang="en-US" sz="2400" b="1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  <a:t>machine learning-based weather prediction (</a:t>
            </a:r>
            <a:r>
              <a:rPr lang="en-US" sz="2400" b="1">
                <a:solidFill>
                  <a:srgbClr val="E9EAED"/>
                </a:solidFill>
                <a:latin typeface="Bahnschrift SemiBold SemiConden" panose="020B0502040204020203" pitchFamily="34" charset="0"/>
              </a:rPr>
              <a:t>MLWP)</a:t>
            </a: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4A5BAA-BEB4-C360-DED9-CAE9CEEDA75E}"/>
              </a:ext>
            </a:extLst>
          </p:cNvPr>
          <p:cNvSpPr txBox="1"/>
          <p:nvPr/>
        </p:nvSpPr>
        <p:spPr>
          <a:xfrm>
            <a:off x="6713622" y="662599"/>
            <a:ext cx="3746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B3335"/>
                </a:solidFill>
                <a:latin typeface="Bahnschrift SemiBold SemiConden" panose="020B0502040204020203" pitchFamily="34" charset="0"/>
              </a:rPr>
              <a:t>Final Presentation</a:t>
            </a:r>
            <a:endParaRPr lang="en-US" sz="2400" dirty="0">
              <a:solidFill>
                <a:srgbClr val="1B3335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5BBD15-E7ED-FAF6-9D16-B5918A50E039}"/>
              </a:ext>
            </a:extLst>
          </p:cNvPr>
          <p:cNvSpPr txBox="1"/>
          <p:nvPr/>
        </p:nvSpPr>
        <p:spPr>
          <a:xfrm>
            <a:off x="10668000" y="6550223"/>
            <a:ext cx="152400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400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  <a:t>February 5</a:t>
            </a:r>
            <a:r>
              <a:rPr lang="en-US" sz="1400" baseline="30000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  <a:t>th</a:t>
            </a:r>
            <a:r>
              <a:rPr lang="en-US" sz="1400" dirty="0">
                <a:solidFill>
                  <a:srgbClr val="E9EAED"/>
                </a:solidFill>
                <a:latin typeface="Bahnschrift SemiBold SemiConden" panose="020B0502040204020203" pitchFamily="34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39999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Idea: Transformer-based Next Token Prediction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FCF20890-1C3F-A8B4-D62F-55BBB1DA292F}"/>
              </a:ext>
            </a:extLst>
          </p:cNvPr>
          <p:cNvGrpSpPr/>
          <p:nvPr/>
        </p:nvGrpSpPr>
        <p:grpSpPr>
          <a:xfrm>
            <a:off x="342899" y="1162047"/>
            <a:ext cx="9448801" cy="3202549"/>
            <a:chOff x="342899" y="1162047"/>
            <a:chExt cx="10763248" cy="364806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119D1849-2745-B18D-62FF-9863B7EE6D7A}"/>
                </a:ext>
              </a:extLst>
            </p:cNvPr>
            <p:cNvSpPr/>
            <p:nvPr/>
          </p:nvSpPr>
          <p:spPr>
            <a:xfrm>
              <a:off x="342899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15°C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E8D5ED1-DBA2-A7BF-2C45-66DFBE79B771}"/>
                </a:ext>
              </a:extLst>
            </p:cNvPr>
            <p:cNvSpPr/>
            <p:nvPr/>
          </p:nvSpPr>
          <p:spPr>
            <a:xfrm>
              <a:off x="1323974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17°C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CC6976C5-3D22-5F81-44AD-5108439CF2EA}"/>
                </a:ext>
              </a:extLst>
            </p:cNvPr>
            <p:cNvSpPr/>
            <p:nvPr/>
          </p:nvSpPr>
          <p:spPr>
            <a:xfrm>
              <a:off x="2305049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18°C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3B252700-9AB3-A1E8-8B56-3327CD66F31F}"/>
                </a:ext>
              </a:extLst>
            </p:cNvPr>
            <p:cNvSpPr/>
            <p:nvPr/>
          </p:nvSpPr>
          <p:spPr>
            <a:xfrm>
              <a:off x="3286124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16°C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E19DAFF1-E37D-B70F-CACB-2691A9040AE6}"/>
                </a:ext>
              </a:extLst>
            </p:cNvPr>
            <p:cNvSpPr/>
            <p:nvPr/>
          </p:nvSpPr>
          <p:spPr>
            <a:xfrm>
              <a:off x="4267199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17°C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8BA8ABF3-B809-C3D2-A220-ED644DED1EA5}"/>
                </a:ext>
              </a:extLst>
            </p:cNvPr>
            <p:cNvSpPr/>
            <p:nvPr/>
          </p:nvSpPr>
          <p:spPr>
            <a:xfrm>
              <a:off x="5200650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18°C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9059844-23AD-5839-1449-C420C0526B3E}"/>
                </a:ext>
              </a:extLst>
            </p:cNvPr>
            <p:cNvSpPr/>
            <p:nvPr/>
          </p:nvSpPr>
          <p:spPr>
            <a:xfrm>
              <a:off x="6186486" y="1162049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20°C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D4CD3A51-BA27-55F0-E465-06060A8837B3}"/>
                </a:ext>
              </a:extLst>
            </p:cNvPr>
            <p:cNvSpPr/>
            <p:nvPr/>
          </p:nvSpPr>
          <p:spPr>
            <a:xfrm>
              <a:off x="7167561" y="1162048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19°C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6413C611-C781-FAD6-8AE7-96783FE7F32B}"/>
                </a:ext>
              </a:extLst>
            </p:cNvPr>
            <p:cNvSpPr/>
            <p:nvPr/>
          </p:nvSpPr>
          <p:spPr>
            <a:xfrm>
              <a:off x="8148636" y="1162047"/>
              <a:ext cx="981075" cy="9810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20°C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E57766E2-CB4B-5644-A577-ABCBB877276F}"/>
                </a:ext>
              </a:extLst>
            </p:cNvPr>
            <p:cNvSpPr/>
            <p:nvPr/>
          </p:nvSpPr>
          <p:spPr>
            <a:xfrm>
              <a:off x="342899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bg1">
                      <a:lumMod val="75000"/>
                    </a:schemeClr>
                  </a:solidFill>
                  <a:latin typeface="Consolas" panose="020B0609020204030204" pitchFamily="49" charset="0"/>
                </a:rPr>
                <a:t>15°C</a:t>
              </a:r>
              <a:endParaRPr lang="en-US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26DDE6B6-772E-372B-08F6-9D82B3C26218}"/>
                </a:ext>
              </a:extLst>
            </p:cNvPr>
            <p:cNvSpPr/>
            <p:nvPr/>
          </p:nvSpPr>
          <p:spPr>
            <a:xfrm>
              <a:off x="1323974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17°C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969A2FC-7176-18CA-564E-3B0A96A5009A}"/>
                </a:ext>
              </a:extLst>
            </p:cNvPr>
            <p:cNvSpPr/>
            <p:nvPr/>
          </p:nvSpPr>
          <p:spPr>
            <a:xfrm>
              <a:off x="2305049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18°C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AED44F9A-B602-3AE4-0272-3FE1ADC75680}"/>
                </a:ext>
              </a:extLst>
            </p:cNvPr>
            <p:cNvSpPr/>
            <p:nvPr/>
          </p:nvSpPr>
          <p:spPr>
            <a:xfrm>
              <a:off x="3286124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16°C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5C8558FC-34AC-028B-E741-B1D19A85A5FF}"/>
                </a:ext>
              </a:extLst>
            </p:cNvPr>
            <p:cNvSpPr/>
            <p:nvPr/>
          </p:nvSpPr>
          <p:spPr>
            <a:xfrm>
              <a:off x="4267199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17°C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2C5FA596-F828-A1F0-D0E2-E79F84C99A1B}"/>
                </a:ext>
              </a:extLst>
            </p:cNvPr>
            <p:cNvSpPr/>
            <p:nvPr/>
          </p:nvSpPr>
          <p:spPr>
            <a:xfrm>
              <a:off x="5200650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18°C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AADC928D-F125-47F2-81CA-9675468AD2DA}"/>
                </a:ext>
              </a:extLst>
            </p:cNvPr>
            <p:cNvSpPr/>
            <p:nvPr/>
          </p:nvSpPr>
          <p:spPr>
            <a:xfrm>
              <a:off x="6186486" y="249554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20°C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18F8EA59-3AED-162B-BBE8-9334468FE799}"/>
                </a:ext>
              </a:extLst>
            </p:cNvPr>
            <p:cNvSpPr/>
            <p:nvPr/>
          </p:nvSpPr>
          <p:spPr>
            <a:xfrm>
              <a:off x="7167561" y="2495543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19°C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34A464EE-524D-846B-A847-CFA006C8278B}"/>
                </a:ext>
              </a:extLst>
            </p:cNvPr>
            <p:cNvSpPr/>
            <p:nvPr/>
          </p:nvSpPr>
          <p:spPr>
            <a:xfrm>
              <a:off x="9136854" y="2495542"/>
              <a:ext cx="981075" cy="9810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21°C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5C379CC2-17A7-89F5-7174-B667E2394283}"/>
                </a:ext>
              </a:extLst>
            </p:cNvPr>
            <p:cNvSpPr/>
            <p:nvPr/>
          </p:nvSpPr>
          <p:spPr>
            <a:xfrm>
              <a:off x="342899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bg1">
                      <a:lumMod val="75000"/>
                    </a:schemeClr>
                  </a:solidFill>
                  <a:latin typeface="Consolas" panose="020B0609020204030204" pitchFamily="49" charset="0"/>
                </a:rPr>
                <a:t>15°C</a:t>
              </a:r>
              <a:endParaRPr lang="en-US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B6018F5D-72DE-F8E5-ADD0-B98BD1CD688A}"/>
                </a:ext>
              </a:extLst>
            </p:cNvPr>
            <p:cNvSpPr/>
            <p:nvPr/>
          </p:nvSpPr>
          <p:spPr>
            <a:xfrm>
              <a:off x="1323974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bg1">
                      <a:lumMod val="75000"/>
                    </a:schemeClr>
                  </a:solidFill>
                  <a:latin typeface="Consolas" panose="020B0609020204030204" pitchFamily="49" charset="0"/>
                </a:rPr>
                <a:t>17°C</a:t>
              </a:r>
              <a:endParaRPr lang="en-US" sz="24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BAF24931-7CC1-D099-37D3-CFCC872DBD31}"/>
                </a:ext>
              </a:extLst>
            </p:cNvPr>
            <p:cNvSpPr/>
            <p:nvPr/>
          </p:nvSpPr>
          <p:spPr>
            <a:xfrm>
              <a:off x="2305049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18°C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A99ADF7-3CCA-9376-529B-A747544FE18E}"/>
                </a:ext>
              </a:extLst>
            </p:cNvPr>
            <p:cNvSpPr/>
            <p:nvPr/>
          </p:nvSpPr>
          <p:spPr>
            <a:xfrm>
              <a:off x="3286124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16°C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257EE3C4-3BC1-9D92-2F93-E8E32BB2A261}"/>
                </a:ext>
              </a:extLst>
            </p:cNvPr>
            <p:cNvSpPr/>
            <p:nvPr/>
          </p:nvSpPr>
          <p:spPr>
            <a:xfrm>
              <a:off x="4267199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17°C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1D20DA7C-7192-FC75-92C2-5B2E5048A087}"/>
                </a:ext>
              </a:extLst>
            </p:cNvPr>
            <p:cNvSpPr/>
            <p:nvPr/>
          </p:nvSpPr>
          <p:spPr>
            <a:xfrm>
              <a:off x="5200650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18°C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C6B7C4D1-B0A3-B7B6-8E98-33CBFF68A04D}"/>
                </a:ext>
              </a:extLst>
            </p:cNvPr>
            <p:cNvSpPr/>
            <p:nvPr/>
          </p:nvSpPr>
          <p:spPr>
            <a:xfrm>
              <a:off x="6186486" y="3829036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20°C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BE2C2CA9-405C-C331-5850-7DD49084A6FE}"/>
                </a:ext>
              </a:extLst>
            </p:cNvPr>
            <p:cNvSpPr/>
            <p:nvPr/>
          </p:nvSpPr>
          <p:spPr>
            <a:xfrm>
              <a:off x="7167561" y="3829035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19°C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5C205839-EDC1-86A8-5564-F27C54F0E203}"/>
                </a:ext>
              </a:extLst>
            </p:cNvPr>
            <p:cNvSpPr/>
            <p:nvPr/>
          </p:nvSpPr>
          <p:spPr>
            <a:xfrm>
              <a:off x="8148636" y="382903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20°C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9F063019-20FB-69F6-B43C-3234190F5AE8}"/>
                </a:ext>
              </a:extLst>
            </p:cNvPr>
            <p:cNvSpPr/>
            <p:nvPr/>
          </p:nvSpPr>
          <p:spPr>
            <a:xfrm>
              <a:off x="10125072" y="3829034"/>
              <a:ext cx="981075" cy="9810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22°C</a:t>
              </a:r>
              <a:endParaRPr lang="en-US" sz="24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8C1B3D6F-7F02-4395-9ED7-8020FDE09B14}"/>
                </a:ext>
              </a:extLst>
            </p:cNvPr>
            <p:cNvSpPr/>
            <p:nvPr/>
          </p:nvSpPr>
          <p:spPr>
            <a:xfrm>
              <a:off x="8148636" y="2495542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20°C</a:t>
              </a:r>
              <a:endParaRPr lang="en-US" sz="2400" b="1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0E73B780-EDBC-9267-04FF-C121F8FE30AF}"/>
                </a:ext>
              </a:extLst>
            </p:cNvPr>
            <p:cNvSpPr/>
            <p:nvPr/>
          </p:nvSpPr>
          <p:spPr>
            <a:xfrm>
              <a:off x="9136854" y="3829034"/>
              <a:ext cx="981075" cy="9810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21°C</a:t>
              </a:r>
              <a:endParaRPr lang="en-US" sz="2400" b="1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0" name="Textfeld 39">
            <a:extLst>
              <a:ext uri="{FF2B5EF4-FFF2-40B4-BE49-F238E27FC236}">
                <a16:creationId xmlns:a16="http://schemas.microsoft.com/office/drawing/2014/main" id="{FC9D484B-1720-C5E4-7474-8EC5E8BF1A57}"/>
              </a:ext>
            </a:extLst>
          </p:cNvPr>
          <p:cNvSpPr txBox="1"/>
          <p:nvPr/>
        </p:nvSpPr>
        <p:spPr>
          <a:xfrm>
            <a:off x="0" y="4553813"/>
            <a:ext cx="121920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Temperatures are only used by way of example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The actual model will focus on wind forecasts using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zonal wind (W→E),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meridional wind (N→S) and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mean sea-level pressure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Use the attention mechanism to predict the next state and progress the prediction in an auto-regressive manner </a:t>
            </a:r>
          </a:p>
        </p:txBody>
      </p:sp>
    </p:spTree>
    <p:extLst>
      <p:ext uri="{BB962C8B-B14F-4D97-AF65-F5344CB8AC3E}">
        <p14:creationId xmlns:p14="http://schemas.microsoft.com/office/powerpoint/2010/main" val="672369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hteck 42">
            <a:extLst>
              <a:ext uri="{FF2B5EF4-FFF2-40B4-BE49-F238E27FC236}">
                <a16:creationId xmlns:a16="http://schemas.microsoft.com/office/drawing/2014/main" id="{57E22F58-B379-88C8-7E94-0FB884856656}"/>
              </a:ext>
            </a:extLst>
          </p:cNvPr>
          <p:cNvSpPr/>
          <p:nvPr/>
        </p:nvSpPr>
        <p:spPr>
          <a:xfrm>
            <a:off x="1495426" y="1971675"/>
            <a:ext cx="4680000" cy="306000"/>
          </a:xfrm>
          <a:prstGeom prst="rect">
            <a:avLst/>
          </a:prstGeom>
          <a:solidFill>
            <a:srgbClr val="FFC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de-DE" dirty="0" err="1">
                <a:latin typeface="Bahnschrift SemiBold SemiConden" panose="020B0502040204020203" pitchFamily="34" charset="0"/>
              </a:rPr>
              <a:t>Expectation</a:t>
            </a:r>
            <a:endParaRPr lang="en-US" dirty="0">
              <a:latin typeface="Bahnschrift SemiBold SemiConden" panose="020B0502040204020203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FC9D484B-1720-C5E4-7474-8EC5E8BF1A57}"/>
              </a:ext>
            </a:extLst>
          </p:cNvPr>
          <p:cNvSpPr txBox="1"/>
          <p:nvPr/>
        </p:nvSpPr>
        <p:spPr>
          <a:xfrm>
            <a:off x="0" y="896213"/>
            <a:ext cx="1219200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dirty="0" err="1">
                <a:latin typeface="Bahnschrift SemiBold SemiConden" panose="020B0502040204020203" pitchFamily="34" charset="0"/>
              </a:rPr>
              <a:t>Weather</a:t>
            </a:r>
            <a:r>
              <a:rPr lang="de-DE" dirty="0">
                <a:latin typeface="Bahnschrift SemiBold SemiConden" panose="020B0502040204020203" pitchFamily="34" charset="0"/>
              </a:rPr>
              <a:t> is a </a:t>
            </a:r>
            <a:r>
              <a:rPr lang="de-DE" dirty="0" err="1">
                <a:latin typeface="Bahnschrift SemiBold SemiConden" panose="020B0502040204020203" pitchFamily="34" charset="0"/>
              </a:rPr>
              <a:t>highly</a:t>
            </a:r>
            <a:r>
              <a:rPr lang="de-DE" dirty="0">
                <a:latin typeface="Bahnschrift SemiBold SemiConden" panose="020B0502040204020203" pitchFamily="34" charset="0"/>
              </a:rPr>
              <a:t> non-</a:t>
            </a:r>
            <a:r>
              <a:rPr lang="de-DE" dirty="0" err="1">
                <a:latin typeface="Bahnschrift SemiBold SemiConden" panose="020B0502040204020203" pitchFamily="34" charset="0"/>
              </a:rPr>
              <a:t>local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process</a:t>
            </a:r>
            <a:endParaRPr lang="de-DE" dirty="0">
              <a:latin typeface="Bahnschrift SemiBold SemiConden" panose="020B0502040204020203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dirty="0">
                <a:latin typeface="Bahnschrift SemiBold SemiConden" panose="020B0502040204020203" pitchFamily="34" charset="0"/>
              </a:rPr>
              <a:t>Only </a:t>
            </a:r>
            <a:r>
              <a:rPr lang="de-DE" dirty="0" err="1">
                <a:latin typeface="Bahnschrift SemiBold SemiConden" panose="020B0502040204020203" pitchFamily="34" charset="0"/>
              </a:rPr>
              <a:t>relying</a:t>
            </a:r>
            <a:r>
              <a:rPr lang="de-DE" dirty="0">
                <a:latin typeface="Bahnschrift SemiBold SemiConden" panose="020B0502040204020203" pitchFamily="34" charset="0"/>
              </a:rPr>
              <a:t> on the </a:t>
            </a:r>
            <a:r>
              <a:rPr lang="de-DE" dirty="0" err="1">
                <a:latin typeface="Bahnschrift SemiBold SemiConden" panose="020B0502040204020203" pitchFamily="34" charset="0"/>
              </a:rPr>
              <a:t>past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local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values</a:t>
            </a:r>
            <a:r>
              <a:rPr lang="de-DE" dirty="0">
                <a:latin typeface="Bahnschrift SemiBold SemiConden" panose="020B0502040204020203" pitchFamily="34" charset="0"/>
              </a:rPr>
              <a:t> (</a:t>
            </a:r>
            <a:r>
              <a:rPr lang="de-DE" dirty="0" err="1">
                <a:latin typeface="Bahnschrift SemiBold SemiConden" panose="020B0502040204020203" pitchFamily="34" charset="0"/>
              </a:rPr>
              <a:t>either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predictions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or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measurements</a:t>
            </a:r>
            <a:r>
              <a:rPr lang="de-DE" dirty="0">
                <a:latin typeface="Bahnschrift SemiBold SemiConden" panose="020B0502040204020203" pitchFamily="34" charset="0"/>
              </a:rPr>
              <a:t>) will </a:t>
            </a:r>
            <a:r>
              <a:rPr lang="de-DE" dirty="0" err="1">
                <a:latin typeface="Bahnschrift SemiBold SemiConden" panose="020B0502040204020203" pitchFamily="34" charset="0"/>
              </a:rPr>
              <a:t>ignore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crucial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factors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affecting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local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weather</a:t>
            </a:r>
            <a:endParaRPr lang="de-DE" dirty="0">
              <a:latin typeface="Bahnschrift SemiBold SemiConden" panose="020B0502040204020203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dirty="0">
                <a:latin typeface="Bahnschrift SemiBold SemiConden" panose="020B0502040204020203" pitchFamily="34" charset="0"/>
              </a:rPr>
              <a:t>The </a:t>
            </a:r>
            <a:r>
              <a:rPr lang="de-DE" dirty="0" err="1">
                <a:latin typeface="Bahnschrift SemiBold SemiConden" panose="020B0502040204020203" pitchFamily="34" charset="0"/>
              </a:rPr>
              <a:t>model</a:t>
            </a:r>
            <a:r>
              <a:rPr lang="de-DE" dirty="0">
                <a:latin typeface="Bahnschrift SemiBold SemiConden" panose="020B0502040204020203" pitchFamily="34" charset="0"/>
              </a:rPr>
              <a:t> will not be </a:t>
            </a:r>
            <a:r>
              <a:rPr lang="de-DE" dirty="0" err="1">
                <a:latin typeface="Bahnschrift SemiBold SemiConden" panose="020B0502040204020203" pitchFamily="34" charset="0"/>
              </a:rPr>
              <a:t>able</a:t>
            </a:r>
            <a:r>
              <a:rPr lang="de-DE" dirty="0">
                <a:latin typeface="Bahnschrift SemiBold SemiConden" panose="020B0502040204020203" pitchFamily="34" charset="0"/>
              </a:rPr>
              <a:t> to </a:t>
            </a:r>
            <a:r>
              <a:rPr lang="de-DE" dirty="0" err="1">
                <a:latin typeface="Bahnschrift SemiBold SemiConden" panose="020B0502040204020203" pitchFamily="34" charset="0"/>
              </a:rPr>
              <a:t>learn</a:t>
            </a:r>
            <a:r>
              <a:rPr lang="de-DE" dirty="0">
                <a:latin typeface="Bahnschrift SemiBold SemiConden" panose="020B0502040204020203" pitchFamily="34" charset="0"/>
              </a:rPr>
              <a:t> the </a:t>
            </a:r>
            <a:r>
              <a:rPr lang="de-DE" dirty="0" err="1">
                <a:latin typeface="Bahnschrift SemiBold SemiConden" panose="020B0502040204020203" pitchFamily="34" charset="0"/>
              </a:rPr>
              <a:t>complex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dynamics</a:t>
            </a:r>
            <a:r>
              <a:rPr lang="de-DE" dirty="0">
                <a:latin typeface="Bahnschrift SemiBold SemiConden" panose="020B0502040204020203" pitchFamily="34" charset="0"/>
              </a:rPr>
              <a:t> of the </a:t>
            </a:r>
            <a:r>
              <a:rPr lang="de-DE" dirty="0" err="1">
                <a:latin typeface="Bahnschrift SemiBold SemiConden" panose="020B0502040204020203" pitchFamily="34" charset="0"/>
              </a:rPr>
              <a:t>weather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system</a:t>
            </a:r>
            <a:endParaRPr lang="de-DE" dirty="0">
              <a:latin typeface="Bahnschrift SemiBold SemiConden" panose="020B0502040204020203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dirty="0" err="1">
                <a:latin typeface="Bahnschrift SemiBold SemiConden" panose="020B0502040204020203" pitchFamily="34" charset="0"/>
              </a:rPr>
              <a:t>Expectation</a:t>
            </a:r>
            <a:r>
              <a:rPr lang="de-DE" dirty="0">
                <a:latin typeface="Bahnschrift SemiBold SemiConden" panose="020B0502040204020203" pitchFamily="34" charset="0"/>
              </a:rPr>
              <a:t>: </a:t>
            </a:r>
            <a:r>
              <a:rPr lang="de-DE" dirty="0">
                <a:solidFill>
                  <a:srgbClr val="9C0006"/>
                </a:solidFill>
                <a:latin typeface="Bahnschrift SemiBold SemiConden" panose="020B0502040204020203" pitchFamily="34" charset="0"/>
              </a:rPr>
              <a:t>NO IMPROVEMENT OF EXISTING NUMERICAL MODELS</a:t>
            </a:r>
            <a:endParaRPr lang="en-US" dirty="0">
              <a:solidFill>
                <a:srgbClr val="9C0006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5CF717A-D46A-2746-43DF-260AA1AF2F37}"/>
              </a:ext>
            </a:extLst>
          </p:cNvPr>
          <p:cNvSpPr txBox="1">
            <a:spLocks/>
          </p:cNvSpPr>
          <p:nvPr/>
        </p:nvSpPr>
        <p:spPr>
          <a:xfrm>
            <a:off x="0" y="2457450"/>
            <a:ext cx="12192000" cy="80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Bahnschrift SemiBold SemiConden" panose="020B0502040204020203" pitchFamily="34" charset="0"/>
              </a:rPr>
              <a:t>State of the Art in MLWP</a:t>
            </a:r>
            <a:endParaRPr lang="en-US" dirty="0">
              <a:latin typeface="Bahnschrift SemiBold SemiConden" panose="020B0502040204020203" pitchFamily="34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172F636-6627-B87D-1B33-B9C3032CA43B}"/>
              </a:ext>
            </a:extLst>
          </p:cNvPr>
          <p:cNvCxnSpPr>
            <a:cxnSpLocks/>
          </p:cNvCxnSpPr>
          <p:nvPr/>
        </p:nvCxnSpPr>
        <p:spPr>
          <a:xfrm>
            <a:off x="0" y="318135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F3309D31-FEB4-C9FC-7FA4-B29D76DEE569}"/>
              </a:ext>
            </a:extLst>
          </p:cNvPr>
          <p:cNvSpPr txBox="1"/>
          <p:nvPr/>
        </p:nvSpPr>
        <p:spPr>
          <a:xfrm>
            <a:off x="0" y="3353663"/>
            <a:ext cx="12192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dirty="0">
                <a:latin typeface="Bahnschrift SemiBold SemiConden" panose="020B0502040204020203" pitchFamily="34" charset="0"/>
              </a:rPr>
              <a:t>Current MLWP </a:t>
            </a:r>
            <a:r>
              <a:rPr lang="de-DE" dirty="0" err="1">
                <a:latin typeface="Bahnschrift SemiBold SemiConden" panose="020B0502040204020203" pitchFamily="34" charset="0"/>
              </a:rPr>
              <a:t>models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use</a:t>
            </a:r>
            <a:r>
              <a:rPr lang="de-DE" dirty="0">
                <a:latin typeface="Bahnschrift SemiBold SemiConden" panose="020B0502040204020203" pitchFamily="34" charset="0"/>
              </a:rPr>
              <a:t> </a:t>
            </a:r>
            <a:r>
              <a:rPr lang="de-DE" dirty="0" err="1">
                <a:latin typeface="Bahnschrift SemiBold SemiConden" panose="020B0502040204020203" pitchFamily="34" charset="0"/>
              </a:rPr>
              <a:t>more</a:t>
            </a:r>
            <a:r>
              <a:rPr lang="de-DE" dirty="0">
                <a:latin typeface="Bahnschrift SemiBold SemiConden" panose="020B0502040204020203" pitchFamily="34" charset="0"/>
              </a:rPr>
              <a:t> sophisticated </a:t>
            </a:r>
            <a:r>
              <a:rPr lang="de-DE" dirty="0" err="1">
                <a:latin typeface="Bahnschrift SemiBold SemiConden" panose="020B0502040204020203" pitchFamily="34" charset="0"/>
              </a:rPr>
              <a:t>architectures</a:t>
            </a:r>
            <a:r>
              <a:rPr lang="de-DE" dirty="0">
                <a:latin typeface="Bahnschrift SemiBold SemiConden" panose="020B0502040204020203" pitchFamily="34" charset="0"/>
              </a:rPr>
              <a:t> to </a:t>
            </a:r>
            <a:r>
              <a:rPr lang="de-DE" dirty="0" err="1">
                <a:latin typeface="Bahnschrift SemiBold SemiConden" panose="020B0502040204020203" pitchFamily="34" charset="0"/>
              </a:rPr>
              <a:t>capture</a:t>
            </a:r>
            <a:r>
              <a:rPr lang="de-DE" dirty="0">
                <a:latin typeface="Bahnschrift SemiBold SemiConden" panose="020B0502040204020203" pitchFamily="34" charset="0"/>
              </a:rPr>
              <a:t> the </a:t>
            </a:r>
            <a:r>
              <a:rPr lang="de-DE" dirty="0" err="1">
                <a:latin typeface="Bahnschrift SemiBold SemiConden" panose="020B0502040204020203" pitchFamily="34" charset="0"/>
              </a:rPr>
              <a:t>dynamics</a:t>
            </a:r>
            <a:r>
              <a:rPr lang="de-DE" dirty="0">
                <a:latin typeface="Bahnschrift SemiBold SemiConden" panose="020B0502040204020203" pitchFamily="34" charset="0"/>
              </a:rPr>
              <a:t> at </a:t>
            </a:r>
            <a:r>
              <a:rPr lang="de-DE" dirty="0" err="1">
                <a:latin typeface="Bahnschrift SemiBold SemiConden" panose="020B0502040204020203" pitchFamily="34" charset="0"/>
              </a:rPr>
              <a:t>play</a:t>
            </a:r>
            <a:endParaRPr lang="de-DE" dirty="0">
              <a:latin typeface="Bahnschrift SemiBold SemiConden" panose="020B0502040204020203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err="1">
                <a:latin typeface="Aptos Black" panose="020B0604020202020204" pitchFamily="34" charset="0"/>
              </a:rPr>
              <a:t>GraphCast</a:t>
            </a:r>
            <a:r>
              <a:rPr lang="en-US" dirty="0">
                <a:latin typeface="Bahnschrift SemiBold SemiConden" panose="020B0502040204020203" pitchFamily="34" charset="0"/>
              </a:rPr>
              <a:t> uses a global 2D Graph Neural Network (GNN) [the vertical dimension is collapsed]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err="1">
                <a:latin typeface="Aptos Black" panose="020B0604020202020204" pitchFamily="34" charset="0"/>
              </a:rPr>
              <a:t>Pangu</a:t>
            </a:r>
            <a:r>
              <a:rPr lang="en-US" b="1" dirty="0">
                <a:latin typeface="Aptos Black" panose="020B0604020202020204" pitchFamily="34" charset="0"/>
              </a:rPr>
              <a:t>-Weather</a:t>
            </a:r>
            <a:r>
              <a:rPr lang="en-US" dirty="0">
                <a:latin typeface="Bahnschrift SemiBold SemiConden" panose="020B0502040204020203" pitchFamily="34" charset="0"/>
              </a:rPr>
              <a:t> uses a 3D Transformer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ptos Black" panose="020B0004020202020204" pitchFamily="34" charset="0"/>
              </a:rPr>
              <a:t>AIFS</a:t>
            </a:r>
            <a:r>
              <a:rPr lang="en-US" dirty="0">
                <a:latin typeface="Bahnschrift SemiBold SemiConden" panose="020B0502040204020203" pitchFamily="34" charset="0"/>
              </a:rPr>
              <a:t> (by ECMWF) uses a hybrid between GNN and Transformer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0" i="1" dirty="0">
                <a:solidFill>
                  <a:srgbClr val="45474D"/>
                </a:solidFill>
                <a:effectLst/>
                <a:latin typeface="Google Sans Flex"/>
              </a:rPr>
              <a:t>“Making 10-day forecasts with </a:t>
            </a:r>
            <a:r>
              <a:rPr lang="en-US" b="0" i="1" dirty="0" err="1">
                <a:solidFill>
                  <a:srgbClr val="45474D"/>
                </a:solidFill>
                <a:effectLst/>
                <a:latin typeface="Google Sans Flex"/>
              </a:rPr>
              <a:t>GraphCast</a:t>
            </a:r>
            <a:r>
              <a:rPr lang="en-US" b="0" i="1" dirty="0">
                <a:solidFill>
                  <a:srgbClr val="45474D"/>
                </a:solidFill>
                <a:effectLst/>
                <a:latin typeface="Google Sans Flex"/>
              </a:rPr>
              <a:t> takes less than a minute on a single Google TPU v4 machine. </a:t>
            </a:r>
            <a:br>
              <a:rPr lang="en-US" b="0" i="1" dirty="0">
                <a:solidFill>
                  <a:srgbClr val="45474D"/>
                </a:solidFill>
                <a:effectLst/>
                <a:latin typeface="Google Sans Flex"/>
              </a:rPr>
            </a:br>
            <a:r>
              <a:rPr lang="en-US" b="0" i="1" dirty="0">
                <a:solidFill>
                  <a:srgbClr val="45474D"/>
                </a:solidFill>
                <a:effectLst/>
                <a:latin typeface="Google Sans Flex"/>
              </a:rPr>
              <a:t>For comparison, a 10-day forecast using a conventional approach, such as HRES [NWP model by ECMWF], </a:t>
            </a:r>
            <a:br>
              <a:rPr lang="en-US" b="0" i="1" dirty="0">
                <a:solidFill>
                  <a:srgbClr val="45474D"/>
                </a:solidFill>
                <a:effectLst/>
                <a:latin typeface="Google Sans Flex"/>
              </a:rPr>
            </a:br>
            <a:r>
              <a:rPr lang="en-US" b="0" i="1" dirty="0">
                <a:solidFill>
                  <a:srgbClr val="45474D"/>
                </a:solidFill>
                <a:effectLst/>
                <a:latin typeface="Google Sans Flex"/>
              </a:rPr>
              <a:t>can take hours of computation in a supercomputer with hundreds of machines.”</a:t>
            </a:r>
            <a:endParaRPr lang="en-US" i="1" dirty="0">
              <a:latin typeface="Bahnschrift SemiBold SemiConden" panose="020B0502040204020203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MLWP models can generally match the performance of the NWP models that use the physical equations of motion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However, MLWP models struggle to predict the uncertainty associated with a forecast</a:t>
            </a:r>
          </a:p>
        </p:txBody>
      </p:sp>
    </p:spTree>
    <p:extLst>
      <p:ext uri="{BB962C8B-B14F-4D97-AF65-F5344CB8AC3E}">
        <p14:creationId xmlns:p14="http://schemas.microsoft.com/office/powerpoint/2010/main" val="206541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Experiments: Introduction – Context Windows Length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C1511196-27B2-B0BF-85BC-66BCED93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72" y="986913"/>
            <a:ext cx="8921856" cy="5493399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F81A2F3-4E77-ED63-4A38-057BBE60A8A5}"/>
              </a:ext>
            </a:extLst>
          </p:cNvPr>
          <p:cNvSpPr/>
          <p:nvPr/>
        </p:nvSpPr>
        <p:spPr>
          <a:xfrm>
            <a:off x="1437861" y="2882348"/>
            <a:ext cx="5155096" cy="3775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6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Experiments: Introduction – Context Windows Length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C1511196-27B2-B0BF-85BC-66BCED93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72" y="986400"/>
            <a:ext cx="8921856" cy="549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7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Experiments: Introduction – Prediction Mode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9525C7C8-30A2-9F0D-F5E2-DD1B8648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72" y="986400"/>
            <a:ext cx="8920800" cy="3618135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0C0686DB-73D8-D14D-3209-24C407263C05}"/>
              </a:ext>
            </a:extLst>
          </p:cNvPr>
          <p:cNvSpPr/>
          <p:nvPr/>
        </p:nvSpPr>
        <p:spPr>
          <a:xfrm>
            <a:off x="1437861" y="2882348"/>
            <a:ext cx="8110330" cy="3775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Experiments: Introduction – Prediction Mode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9525C7C8-30A2-9F0D-F5E2-DD1B8648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72" y="986400"/>
            <a:ext cx="8920800" cy="361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8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Experiments: Introduction – Distribution Output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9525C7C8-30A2-9F0D-F5E2-DD1B8648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72" y="983600"/>
            <a:ext cx="8920800" cy="361813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DD23F5C-AF71-C8D9-C479-A14E1E666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600" y="986400"/>
            <a:ext cx="8920800" cy="361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2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BD4A9A35-D00B-624D-6BB2-DE49A38A64DD}"/>
              </a:ext>
            </a:extLst>
          </p:cNvPr>
          <p:cNvSpPr/>
          <p:nvPr/>
        </p:nvSpPr>
        <p:spPr>
          <a:xfrm>
            <a:off x="1853230" y="931381"/>
            <a:ext cx="4680000" cy="306000"/>
          </a:xfrm>
          <a:prstGeom prst="rect">
            <a:avLst/>
          </a:prstGeom>
          <a:solidFill>
            <a:srgbClr val="FFC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Outlook &amp; Discussion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3F88C176-9828-AFC3-0F75-75ACA6561F98}"/>
              </a:ext>
            </a:extLst>
          </p:cNvPr>
          <p:cNvSpPr txBox="1"/>
          <p:nvPr/>
        </p:nvSpPr>
        <p:spPr>
          <a:xfrm>
            <a:off x="0" y="896213"/>
            <a:ext cx="12192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The expectation: </a:t>
            </a:r>
            <a:r>
              <a:rPr lang="en-US" dirty="0">
                <a:solidFill>
                  <a:srgbClr val="9C0006"/>
                </a:solidFill>
                <a:latin typeface="Bahnschrift SemiBold SemiConden" panose="020B0502040204020203" pitchFamily="34" charset="0"/>
              </a:rPr>
              <a:t>NO IMPROVEMENT OF EXISTING NUMERICAL MODELS</a:t>
            </a:r>
            <a:r>
              <a:rPr lang="en-US" dirty="0">
                <a:solidFill>
                  <a:srgbClr val="9C0006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dirty="0">
                <a:latin typeface="Bahnschrift SemiLight SemiConde" panose="020B0502040204020203" pitchFamily="34" charset="0"/>
              </a:rPr>
              <a:t>does not seem to hold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Results remain to be evaluated against baseline models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Persistence (</a:t>
            </a:r>
            <a:r>
              <a:rPr lang="en-US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predicted_value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last_observed_value</a:t>
            </a:r>
            <a:r>
              <a:rPr lang="en-US" dirty="0">
                <a:latin typeface="Bahnschrift SemiLight SemiConde" panose="020B0502040204020203" pitchFamily="34" charset="0"/>
              </a:rPr>
              <a:t>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FFT-based model (required the know the amplitude and </a:t>
            </a:r>
            <a:r>
              <a:rPr lang="en-US" u="sng" dirty="0">
                <a:latin typeface="Bahnschrift SemiLight SemiConde" panose="020B0502040204020203" pitchFamily="34" charset="0"/>
              </a:rPr>
              <a:t>phase</a:t>
            </a:r>
            <a:r>
              <a:rPr lang="en-US" dirty="0">
                <a:latin typeface="Bahnschrift SemiLight SemiConde" panose="020B0502040204020203" pitchFamily="34" charset="0"/>
              </a:rPr>
              <a:t> per frequency)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Real observations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Auto-regressive behavior of the model needs to be investigated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Additional experiments with </a:t>
            </a:r>
            <a:r>
              <a:rPr lang="en-US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prediction_horizon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dirty="0">
                <a:latin typeface="Bahnschrift SemiLight SemiConde" panose="020B0502040204020203" pitchFamily="34" charset="0"/>
              </a:rPr>
              <a:t> could further confirm the approach</a:t>
            </a:r>
          </a:p>
        </p:txBody>
      </p:sp>
    </p:spTree>
    <p:extLst>
      <p:ext uri="{BB962C8B-B14F-4D97-AF65-F5344CB8AC3E}">
        <p14:creationId xmlns:p14="http://schemas.microsoft.com/office/powerpoint/2010/main" val="49100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BD4A9A35-D00B-624D-6BB2-DE49A38A64DD}"/>
              </a:ext>
            </a:extLst>
          </p:cNvPr>
          <p:cNvSpPr/>
          <p:nvPr/>
        </p:nvSpPr>
        <p:spPr>
          <a:xfrm>
            <a:off x="1853230" y="931381"/>
            <a:ext cx="4680000" cy="306000"/>
          </a:xfrm>
          <a:prstGeom prst="rect">
            <a:avLst/>
          </a:prstGeom>
          <a:solidFill>
            <a:srgbClr val="FFC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F448D-1A10-AF52-0FC6-A094EAAB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9625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Outlook &amp; Discussion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942A6CB-3654-F843-ECDD-44D46146D51B}"/>
              </a:ext>
            </a:extLst>
          </p:cNvPr>
          <p:cNvCxnSpPr>
            <a:cxnSpLocks/>
          </p:cNvCxnSpPr>
          <p:nvPr/>
        </p:nvCxnSpPr>
        <p:spPr>
          <a:xfrm>
            <a:off x="0" y="7239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3F88C176-9828-AFC3-0F75-75ACA6561F98}"/>
              </a:ext>
            </a:extLst>
          </p:cNvPr>
          <p:cNvSpPr txBox="1"/>
          <p:nvPr/>
        </p:nvSpPr>
        <p:spPr>
          <a:xfrm>
            <a:off x="0" y="896213"/>
            <a:ext cx="12192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The expectation: </a:t>
            </a:r>
            <a:r>
              <a:rPr lang="en-US" dirty="0">
                <a:solidFill>
                  <a:srgbClr val="9C0006"/>
                </a:solidFill>
                <a:latin typeface="Bahnschrift SemiBold SemiConden" panose="020B0502040204020203" pitchFamily="34" charset="0"/>
              </a:rPr>
              <a:t>NO IMPROVEMENT OF EXISTING NUMERICAL MODELS</a:t>
            </a:r>
            <a:r>
              <a:rPr lang="en-US" dirty="0">
                <a:solidFill>
                  <a:srgbClr val="9C0006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dirty="0">
                <a:latin typeface="Bahnschrift SemiLight SemiConde" panose="020B0502040204020203" pitchFamily="34" charset="0"/>
              </a:rPr>
              <a:t>does not seem to hold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Results remain to be evaluated against baseline models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Persistence (</a:t>
            </a:r>
            <a:r>
              <a:rPr lang="en-US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predicted_value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last_observed_value</a:t>
            </a:r>
            <a:r>
              <a:rPr lang="en-US" dirty="0">
                <a:latin typeface="Bahnschrift SemiLight SemiConde" panose="020B0502040204020203" pitchFamily="34" charset="0"/>
              </a:rPr>
              <a:t>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FFT-based model (required the know the amplitude and </a:t>
            </a:r>
            <a:r>
              <a:rPr lang="en-US" u="sng" dirty="0">
                <a:latin typeface="Bahnschrift SemiLight SemiConde" panose="020B0502040204020203" pitchFamily="34" charset="0"/>
              </a:rPr>
              <a:t>phase</a:t>
            </a:r>
            <a:r>
              <a:rPr lang="en-US" dirty="0">
                <a:latin typeface="Bahnschrift SemiLight SemiConde" panose="020B0502040204020203" pitchFamily="34" charset="0"/>
              </a:rPr>
              <a:t> per frequency)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Real observations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Auto-regressive behavior of the model needs to be investigated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Additional experiments with </a:t>
            </a:r>
            <a:r>
              <a:rPr lang="en-US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prediction_horizon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dirty="0">
                <a:latin typeface="Bahnschrift SemiLight SemiConde" panose="020B0502040204020203" pitchFamily="34" charset="0"/>
              </a:rPr>
              <a:t> could further confirm the approach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10F0D47-356E-856A-D8AD-7069AD66548A}"/>
              </a:ext>
            </a:extLst>
          </p:cNvPr>
          <p:cNvSpPr txBox="1">
            <a:spLocks/>
          </p:cNvSpPr>
          <p:nvPr/>
        </p:nvSpPr>
        <p:spPr>
          <a:xfrm>
            <a:off x="0" y="3520800"/>
            <a:ext cx="12192000" cy="80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ahnschrift SemiBold SemiConden" panose="020B0502040204020203" pitchFamily="34" charset="0"/>
              </a:rPr>
              <a:t>Lessons learned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C2EEDBE-758D-69AB-365E-879CD8C4A0D9}"/>
              </a:ext>
            </a:extLst>
          </p:cNvPr>
          <p:cNvCxnSpPr>
            <a:cxnSpLocks/>
          </p:cNvCxnSpPr>
          <p:nvPr/>
        </p:nvCxnSpPr>
        <p:spPr>
          <a:xfrm>
            <a:off x="0" y="4244700"/>
            <a:ext cx="10401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B67C2B19-3E19-866A-E1DE-79B605DC600F}"/>
              </a:ext>
            </a:extLst>
          </p:cNvPr>
          <p:cNvSpPr txBox="1"/>
          <p:nvPr/>
        </p:nvSpPr>
        <p:spPr>
          <a:xfrm>
            <a:off x="0" y="4417013"/>
            <a:ext cx="121920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Data gathering and preparation (especially defining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Dataset</a:t>
            </a:r>
            <a:r>
              <a:rPr lang="en-US" dirty="0">
                <a:latin typeface="Bahnschrift SemiLight SemiConde" panose="020B0502040204020203" pitchFamily="34" charset="0"/>
              </a:rPr>
              <a:t> and </a:t>
            </a:r>
            <a:r>
              <a:rPr lang="en-US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LightningDataModule</a:t>
            </a:r>
            <a:r>
              <a:rPr lang="en-US" dirty="0">
                <a:latin typeface="Bahnschrift SemiLight SemiConde" panose="020B0502040204020203" pitchFamily="34" charset="0"/>
              </a:rPr>
              <a:t> classes) takes most of the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It gets confusing quickly (Separation of Concerns/Single Responsibility are essential)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Checking and confirming the individual steps of the pipeline is crucial (using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dirty="0">
                <a:latin typeface="Bahnschrift SemiLight SemiConde" panose="020B0502040204020203" pitchFamily="34" charset="0"/>
              </a:rPr>
              <a:t> on dimensions can be helpful)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AI-assisted coding greatly improves implementation speed and helps to consider additional aspects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Bahnschrift SemiLight SemiConde" panose="020B0502040204020203" pitchFamily="34" charset="0"/>
              </a:rPr>
              <a:t>BUT: it does not make the points above obsolete and limits the learning effect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03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PresentationFormat>Breitbild</PresentationFormat>
  <Paragraphs>80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9" baseType="lpstr">
      <vt:lpstr>Aptos Black</vt:lpstr>
      <vt:lpstr>Arial</vt:lpstr>
      <vt:lpstr>Bahnschrift SemiBold SemiConden</vt:lpstr>
      <vt:lpstr>Bahnschrift SemiLight SemiConde</vt:lpstr>
      <vt:lpstr>Calibri</vt:lpstr>
      <vt:lpstr>Calibri Light</vt:lpstr>
      <vt:lpstr>Consolas</vt:lpstr>
      <vt:lpstr>Google Sans Flex</vt:lpstr>
      <vt:lpstr>Office</vt:lpstr>
      <vt:lpstr>PowerPoint-Präsentation</vt:lpstr>
      <vt:lpstr>Idea: Transformer-based Next Token Prediction</vt:lpstr>
      <vt:lpstr>Expectation</vt:lpstr>
      <vt:lpstr>Experiments: Introduction – Context Windows Length </vt:lpstr>
      <vt:lpstr>Experiments: Introduction – Context Windows Length </vt:lpstr>
      <vt:lpstr>Experiments: Introduction – Prediction Mode </vt:lpstr>
      <vt:lpstr>Experiments: Introduction – Prediction Mode </vt:lpstr>
      <vt:lpstr>Experiments: Introduction – Distribution Output</vt:lpstr>
      <vt:lpstr>Outlook &amp; Discussion</vt:lpstr>
      <vt:lpstr>Outlook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Carl Schmidt</dc:creator>
  <cp:lastModifiedBy>Carl Schmidt</cp:lastModifiedBy>
  <cp:revision>1</cp:revision>
  <dcterms:created xsi:type="dcterms:W3CDTF">2026-01-22T15:49:29Z</dcterms:created>
  <dcterms:modified xsi:type="dcterms:W3CDTF">2026-03-01T17:26:45Z</dcterms:modified>
</cp:coreProperties>
</file>